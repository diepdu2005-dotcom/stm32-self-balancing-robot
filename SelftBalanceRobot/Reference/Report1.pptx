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8"/>
  </p:notesMasterIdLst>
  <p:handoutMasterIdLst>
    <p:handoutMasterId r:id="rId19"/>
  </p:handoutMasterIdLst>
  <p:sldIdLst>
    <p:sldId id="256" r:id="rId2"/>
    <p:sldId id="273" r:id="rId3"/>
    <p:sldId id="258" r:id="rId4"/>
    <p:sldId id="259" r:id="rId5"/>
    <p:sldId id="260" r:id="rId6"/>
    <p:sldId id="282" r:id="rId7"/>
    <p:sldId id="283" r:id="rId8"/>
    <p:sldId id="272" r:id="rId9"/>
    <p:sldId id="284" r:id="rId10"/>
    <p:sldId id="263" r:id="rId11"/>
    <p:sldId id="286" r:id="rId12"/>
    <p:sldId id="265" r:id="rId13"/>
    <p:sldId id="287" r:id="rId14"/>
    <p:sldId id="288" r:id="rId15"/>
    <p:sldId id="278" r:id="rId16"/>
    <p:sldId id="270" r:id="rId17"/>
  </p:sldIdLst>
  <p:sldSz cx="12192000" cy="6858000"/>
  <p:notesSz cx="6858000" cy="9144000"/>
  <p:embeddedFontLst>
    <p:embeddedFont>
      <p:font typeface="Calibri" panose="020F0502020204030204" pitchFamily="34" charset="0"/>
      <p:regular r:id="rId20"/>
      <p:bold r:id="rId21"/>
      <p:italic r:id="rId22"/>
      <p:boldItalic r:id="rId23"/>
    </p:embeddedFont>
    <p:embeddedFont>
      <p:font typeface="Poppins" panose="00000500000000000000" pitchFamily="2" charset="0"/>
      <p:regular r:id="rId24"/>
      <p:bold r:id="rId25"/>
      <p:italic r:id="rId26"/>
      <p:boldItalic r:id="rId27"/>
    </p:embeddedFont>
    <p:embeddedFont>
      <p:font typeface="Poppins Light" panose="000004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365D2F-A8AA-453F-AF17-86AD9D6E5D90}">
  <a:tblStyle styleId="{20365D2F-A8AA-453F-AF17-86AD9D6E5D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224" y="571"/>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handoutMaster" Target="handoutMasters/handout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7EEA56-D342-0FE5-BA8A-04E31203CA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BB5B11B-D021-0BFE-D606-F9A343B432F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DCB827-7ED4-4C0A-918C-611571CFFD49}" type="datetimeFigureOut">
              <a:rPr lang="en-US" smtClean="0"/>
              <a:t>9/24/2025</a:t>
            </a:fld>
            <a:endParaRPr lang="en-US"/>
          </a:p>
        </p:txBody>
      </p:sp>
      <p:sp>
        <p:nvSpPr>
          <p:cNvPr id="4" name="Footer Placeholder 3">
            <a:extLst>
              <a:ext uri="{FF2B5EF4-FFF2-40B4-BE49-F238E27FC236}">
                <a16:creationId xmlns:a16="http://schemas.microsoft.com/office/drawing/2014/main" id="{4A9851A7-719F-4236-9029-C93DC3FFC1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77A132-10C8-9F73-1EC9-2F54ECB793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1D127A-F46C-4C16-A062-5886233ECB56}" type="slidenum">
              <a:rPr lang="en-US" smtClean="0"/>
              <a:t>‹#›</a:t>
            </a:fld>
            <a:endParaRPr lang="en-US"/>
          </a:p>
        </p:txBody>
      </p:sp>
    </p:spTree>
    <p:extLst>
      <p:ext uri="{BB962C8B-B14F-4D97-AF65-F5344CB8AC3E}">
        <p14:creationId xmlns:p14="http://schemas.microsoft.com/office/powerpoint/2010/main" val="34667805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eb205fd2b6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eb205fd2b6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1eb2014fdb4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1eb2014fdb4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1eb2014fdb4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eb2014fdb4_1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eb2014fdb4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5F97CCD5-2945-D4D1-AE4C-85E6B51150ED}"/>
            </a:ext>
          </a:extLst>
        </p:cNvPr>
        <p:cNvGrpSpPr/>
        <p:nvPr/>
      </p:nvGrpSpPr>
      <p:grpSpPr>
        <a:xfrm>
          <a:off x="0" y="0"/>
          <a:ext cx="0" cy="0"/>
          <a:chOff x="0" y="0"/>
          <a:chExt cx="0" cy="0"/>
        </a:xfrm>
      </p:grpSpPr>
      <p:sp>
        <p:nvSpPr>
          <p:cNvPr id="224" name="Google Shape;224;g1eb2014fdb4_1_44:notes">
            <a:extLst>
              <a:ext uri="{FF2B5EF4-FFF2-40B4-BE49-F238E27FC236}">
                <a16:creationId xmlns:a16="http://schemas.microsoft.com/office/drawing/2014/main" id="{19C93E0B-33C0-08B9-B2EC-6D287B75D1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a:extLst>
              <a:ext uri="{FF2B5EF4-FFF2-40B4-BE49-F238E27FC236}">
                <a16:creationId xmlns:a16="http://schemas.microsoft.com/office/drawing/2014/main" id="{BA93E9FE-54C6-2278-3192-9637027879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4302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A1C10CA4-585D-7DFB-2ECD-F24BB8F0F3DC}"/>
            </a:ext>
          </a:extLst>
        </p:cNvPr>
        <p:cNvGrpSpPr/>
        <p:nvPr/>
      </p:nvGrpSpPr>
      <p:grpSpPr>
        <a:xfrm>
          <a:off x="0" y="0"/>
          <a:ext cx="0" cy="0"/>
          <a:chOff x="0" y="0"/>
          <a:chExt cx="0" cy="0"/>
        </a:xfrm>
      </p:grpSpPr>
      <p:sp>
        <p:nvSpPr>
          <p:cNvPr id="231" name="Google Shape;231;g1eb2014fdb4_1_48:notes">
            <a:extLst>
              <a:ext uri="{FF2B5EF4-FFF2-40B4-BE49-F238E27FC236}">
                <a16:creationId xmlns:a16="http://schemas.microsoft.com/office/drawing/2014/main" id="{7D35E1F6-379B-AF73-6BBD-C731EE7C87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eb2014fdb4_1_48:notes">
            <a:extLst>
              <a:ext uri="{FF2B5EF4-FFF2-40B4-BE49-F238E27FC236}">
                <a16:creationId xmlns:a16="http://schemas.microsoft.com/office/drawing/2014/main" id="{5EED5FE2-69ED-65C0-82BD-88B51F7345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9295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eb205fd2b6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eb205fd2b6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5E73D2C5-16B1-6035-A2E4-5D85D5EAF96E}"/>
            </a:ext>
          </a:extLst>
        </p:cNvPr>
        <p:cNvGrpSpPr/>
        <p:nvPr/>
      </p:nvGrpSpPr>
      <p:grpSpPr>
        <a:xfrm>
          <a:off x="0" y="0"/>
          <a:ext cx="0" cy="0"/>
          <a:chOff x="0" y="0"/>
          <a:chExt cx="0" cy="0"/>
        </a:xfrm>
      </p:grpSpPr>
      <p:sp>
        <p:nvSpPr>
          <p:cNvPr id="224" name="Google Shape;224;g1eb2014fdb4_1_44:notes">
            <a:extLst>
              <a:ext uri="{FF2B5EF4-FFF2-40B4-BE49-F238E27FC236}">
                <a16:creationId xmlns:a16="http://schemas.microsoft.com/office/drawing/2014/main" id="{F0D436C9-31BD-8DF7-95A3-287BDB565A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a:extLst>
              <a:ext uri="{FF2B5EF4-FFF2-40B4-BE49-F238E27FC236}">
                <a16:creationId xmlns:a16="http://schemas.microsoft.com/office/drawing/2014/main" id="{9E064550-93BC-A485-9AEA-9D7A90870F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4071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eb205fd2b6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eb205fd2b6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CEA689D-8A53-19EB-3AAB-E47C15927BED}"/>
            </a:ext>
          </a:extLst>
        </p:cNvPr>
        <p:cNvGrpSpPr/>
        <p:nvPr/>
      </p:nvGrpSpPr>
      <p:grpSpPr>
        <a:xfrm>
          <a:off x="0" y="0"/>
          <a:ext cx="0" cy="0"/>
          <a:chOff x="0" y="0"/>
          <a:chExt cx="0" cy="0"/>
        </a:xfrm>
      </p:grpSpPr>
      <p:sp>
        <p:nvSpPr>
          <p:cNvPr id="224" name="Google Shape;224;g1eb2014fdb4_1_44:notes">
            <a:extLst>
              <a:ext uri="{FF2B5EF4-FFF2-40B4-BE49-F238E27FC236}">
                <a16:creationId xmlns:a16="http://schemas.microsoft.com/office/drawing/2014/main" id="{224CAF92-CF1D-1284-FA77-1BDFCC55E0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1eb2014fdb4_1_44:notes">
            <a:extLst>
              <a:ext uri="{FF2B5EF4-FFF2-40B4-BE49-F238E27FC236}">
                <a16:creationId xmlns:a16="http://schemas.microsoft.com/office/drawing/2014/main" id="{00AD0422-F21F-3F13-BB55-55786175DD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4617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eb205fd2b6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eb205fd2b6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1eb205fd2b6_0_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1eb205fd2b6_0_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eb205fd2b6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eb205fd2b6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0"/>
        <p:cNvGrpSpPr/>
        <p:nvPr/>
      </p:nvGrpSpPr>
      <p:grpSpPr>
        <a:xfrm>
          <a:off x="0" y="0"/>
          <a:ext cx="0" cy="0"/>
          <a:chOff x="0" y="0"/>
          <a:chExt cx="0" cy="0"/>
        </a:xfrm>
      </p:grpSpPr>
      <p:sp>
        <p:nvSpPr>
          <p:cNvPr id="11" name="Google Shape;11;p2"/>
          <p:cNvSpPr/>
          <p:nvPr/>
        </p:nvSpPr>
        <p:spPr>
          <a:xfrm>
            <a:off x="1771650" y="1043125"/>
            <a:ext cx="8648700" cy="39276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2" name="Google Shape;12;p2"/>
          <p:cNvSpPr txBox="1">
            <a:spLocks noGrp="1"/>
          </p:cNvSpPr>
          <p:nvPr>
            <p:ph type="ctrTitle"/>
          </p:nvPr>
        </p:nvSpPr>
        <p:spPr>
          <a:xfrm>
            <a:off x="1771650" y="1880125"/>
            <a:ext cx="8648700" cy="22536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lt1"/>
              </a:buClr>
              <a:buSzPts val="6900"/>
              <a:buNone/>
              <a:defRPr sz="5510">
                <a:solidFill>
                  <a:schemeClr val="lt1"/>
                </a:solidFill>
              </a:defRPr>
            </a:lvl1pPr>
            <a:lvl2pPr lvl="1" algn="ctr">
              <a:spcBef>
                <a:spcPts val="0"/>
              </a:spcBef>
              <a:spcAft>
                <a:spcPts val="0"/>
              </a:spcAft>
              <a:buClr>
                <a:schemeClr val="lt1"/>
              </a:buClr>
              <a:buSzPts val="6900"/>
              <a:buNone/>
              <a:defRPr sz="6900">
                <a:solidFill>
                  <a:schemeClr val="lt1"/>
                </a:solidFill>
              </a:defRPr>
            </a:lvl2pPr>
            <a:lvl3pPr lvl="2" algn="ctr">
              <a:spcBef>
                <a:spcPts val="0"/>
              </a:spcBef>
              <a:spcAft>
                <a:spcPts val="0"/>
              </a:spcAft>
              <a:buClr>
                <a:schemeClr val="lt1"/>
              </a:buClr>
              <a:buSzPts val="6900"/>
              <a:buNone/>
              <a:defRPr sz="6900">
                <a:solidFill>
                  <a:schemeClr val="lt1"/>
                </a:solidFill>
              </a:defRPr>
            </a:lvl3pPr>
            <a:lvl4pPr lvl="3" algn="ctr">
              <a:spcBef>
                <a:spcPts val="0"/>
              </a:spcBef>
              <a:spcAft>
                <a:spcPts val="0"/>
              </a:spcAft>
              <a:buClr>
                <a:schemeClr val="lt1"/>
              </a:buClr>
              <a:buSzPts val="6900"/>
              <a:buNone/>
              <a:defRPr sz="6900">
                <a:solidFill>
                  <a:schemeClr val="lt1"/>
                </a:solidFill>
              </a:defRPr>
            </a:lvl4pPr>
            <a:lvl5pPr lvl="4" algn="ctr">
              <a:spcBef>
                <a:spcPts val="0"/>
              </a:spcBef>
              <a:spcAft>
                <a:spcPts val="0"/>
              </a:spcAft>
              <a:buClr>
                <a:schemeClr val="lt1"/>
              </a:buClr>
              <a:buSzPts val="6900"/>
              <a:buNone/>
              <a:defRPr sz="6900">
                <a:solidFill>
                  <a:schemeClr val="lt1"/>
                </a:solidFill>
              </a:defRPr>
            </a:lvl5pPr>
            <a:lvl6pPr lvl="5" algn="ctr">
              <a:spcBef>
                <a:spcPts val="0"/>
              </a:spcBef>
              <a:spcAft>
                <a:spcPts val="0"/>
              </a:spcAft>
              <a:buClr>
                <a:schemeClr val="lt1"/>
              </a:buClr>
              <a:buSzPts val="6900"/>
              <a:buNone/>
              <a:defRPr sz="6900">
                <a:solidFill>
                  <a:schemeClr val="lt1"/>
                </a:solidFill>
              </a:defRPr>
            </a:lvl6pPr>
            <a:lvl7pPr lvl="6" algn="ctr">
              <a:spcBef>
                <a:spcPts val="0"/>
              </a:spcBef>
              <a:spcAft>
                <a:spcPts val="0"/>
              </a:spcAft>
              <a:buClr>
                <a:schemeClr val="lt1"/>
              </a:buClr>
              <a:buSzPts val="6900"/>
              <a:buNone/>
              <a:defRPr sz="6900">
                <a:solidFill>
                  <a:schemeClr val="lt1"/>
                </a:solidFill>
              </a:defRPr>
            </a:lvl7pPr>
            <a:lvl8pPr lvl="7" algn="ctr">
              <a:spcBef>
                <a:spcPts val="0"/>
              </a:spcBef>
              <a:spcAft>
                <a:spcPts val="0"/>
              </a:spcAft>
              <a:buClr>
                <a:schemeClr val="lt1"/>
              </a:buClr>
              <a:buSzPts val="6900"/>
              <a:buNone/>
              <a:defRPr sz="6900">
                <a:solidFill>
                  <a:schemeClr val="lt1"/>
                </a:solidFill>
              </a:defRPr>
            </a:lvl8pPr>
            <a:lvl9pPr lvl="8" algn="ctr">
              <a:spcBef>
                <a:spcPts val="0"/>
              </a:spcBef>
              <a:spcAft>
                <a:spcPts val="0"/>
              </a:spcAft>
              <a:buClr>
                <a:schemeClr val="lt1"/>
              </a:buClr>
              <a:buSzPts val="6900"/>
              <a:buNone/>
              <a:defRPr sz="6900">
                <a:solidFill>
                  <a:schemeClr val="lt1"/>
                </a:solidFill>
              </a:defRPr>
            </a:lvl9pPr>
          </a:lstStyle>
          <a:p>
            <a:endParaRPr/>
          </a:p>
        </p:txBody>
      </p:sp>
      <p:sp>
        <p:nvSpPr>
          <p:cNvPr id="13" name="Google Shape;13;p2"/>
          <p:cNvSpPr txBox="1">
            <a:spLocks noGrp="1"/>
          </p:cNvSpPr>
          <p:nvPr>
            <p:ph type="subTitle" idx="1"/>
          </p:nvPr>
        </p:nvSpPr>
        <p:spPr>
          <a:xfrm>
            <a:off x="2086950" y="5336075"/>
            <a:ext cx="8018100" cy="478800"/>
          </a:xfrm>
          <a:prstGeom prst="rect">
            <a:avLst/>
          </a:prstGeom>
        </p:spPr>
        <p:txBody>
          <a:bodyPr spcFirstLastPara="1" wrap="square" lIns="121900" tIns="121900" rIns="121900" bIns="121900" anchor="t" anchorCtr="0">
            <a:normAutofit/>
          </a:bodyPr>
          <a:lstStyle>
            <a:lvl1pPr lvl="0" algn="ctr">
              <a:lnSpc>
                <a:spcPct val="80000"/>
              </a:lnSpc>
              <a:spcBef>
                <a:spcPts val="0"/>
              </a:spcBef>
              <a:spcAft>
                <a:spcPts val="0"/>
              </a:spcAft>
              <a:buClr>
                <a:schemeClr val="lt1"/>
              </a:buClr>
              <a:buSzPts val="3700"/>
              <a:buNone/>
              <a:defRPr sz="1500">
                <a:solidFill>
                  <a:schemeClr val="lt1"/>
                </a:solidFill>
                <a:latin typeface="Poppins"/>
                <a:ea typeface="Poppins"/>
                <a:cs typeface="Poppins"/>
                <a:sym typeface="Poppins"/>
              </a:defRPr>
            </a:lvl1pPr>
            <a:lvl2pPr lvl="1" algn="ctr">
              <a:lnSpc>
                <a:spcPct val="100000"/>
              </a:lnSpc>
              <a:spcBef>
                <a:spcPts val="0"/>
              </a:spcBef>
              <a:spcAft>
                <a:spcPts val="0"/>
              </a:spcAft>
              <a:buClr>
                <a:schemeClr val="lt1"/>
              </a:buClr>
              <a:buSzPts val="3700"/>
              <a:buNone/>
              <a:defRPr sz="3700">
                <a:solidFill>
                  <a:schemeClr val="lt1"/>
                </a:solidFill>
              </a:defRPr>
            </a:lvl2pPr>
            <a:lvl3pPr lvl="2" algn="ctr">
              <a:lnSpc>
                <a:spcPct val="100000"/>
              </a:lnSpc>
              <a:spcBef>
                <a:spcPts val="0"/>
              </a:spcBef>
              <a:spcAft>
                <a:spcPts val="0"/>
              </a:spcAft>
              <a:buClr>
                <a:schemeClr val="lt1"/>
              </a:buClr>
              <a:buSzPts val="3700"/>
              <a:buNone/>
              <a:defRPr sz="3700">
                <a:solidFill>
                  <a:schemeClr val="lt1"/>
                </a:solidFill>
              </a:defRPr>
            </a:lvl3pPr>
            <a:lvl4pPr lvl="3" algn="ctr">
              <a:lnSpc>
                <a:spcPct val="100000"/>
              </a:lnSpc>
              <a:spcBef>
                <a:spcPts val="0"/>
              </a:spcBef>
              <a:spcAft>
                <a:spcPts val="0"/>
              </a:spcAft>
              <a:buClr>
                <a:schemeClr val="lt1"/>
              </a:buClr>
              <a:buSzPts val="3700"/>
              <a:buNone/>
              <a:defRPr sz="3700">
                <a:solidFill>
                  <a:schemeClr val="lt1"/>
                </a:solidFill>
              </a:defRPr>
            </a:lvl4pPr>
            <a:lvl5pPr lvl="4" algn="ctr">
              <a:lnSpc>
                <a:spcPct val="100000"/>
              </a:lnSpc>
              <a:spcBef>
                <a:spcPts val="0"/>
              </a:spcBef>
              <a:spcAft>
                <a:spcPts val="0"/>
              </a:spcAft>
              <a:buClr>
                <a:schemeClr val="lt1"/>
              </a:buClr>
              <a:buSzPts val="3700"/>
              <a:buNone/>
              <a:defRPr sz="3700">
                <a:solidFill>
                  <a:schemeClr val="lt1"/>
                </a:solidFill>
              </a:defRPr>
            </a:lvl5pPr>
            <a:lvl6pPr lvl="5" algn="ctr">
              <a:lnSpc>
                <a:spcPct val="100000"/>
              </a:lnSpc>
              <a:spcBef>
                <a:spcPts val="0"/>
              </a:spcBef>
              <a:spcAft>
                <a:spcPts val="0"/>
              </a:spcAft>
              <a:buClr>
                <a:schemeClr val="lt1"/>
              </a:buClr>
              <a:buSzPts val="3700"/>
              <a:buNone/>
              <a:defRPr sz="3700">
                <a:solidFill>
                  <a:schemeClr val="lt1"/>
                </a:solidFill>
              </a:defRPr>
            </a:lvl6pPr>
            <a:lvl7pPr lvl="6" algn="ctr">
              <a:lnSpc>
                <a:spcPct val="100000"/>
              </a:lnSpc>
              <a:spcBef>
                <a:spcPts val="0"/>
              </a:spcBef>
              <a:spcAft>
                <a:spcPts val="0"/>
              </a:spcAft>
              <a:buClr>
                <a:schemeClr val="lt1"/>
              </a:buClr>
              <a:buSzPts val="3700"/>
              <a:buNone/>
              <a:defRPr sz="3700">
                <a:solidFill>
                  <a:schemeClr val="lt1"/>
                </a:solidFill>
              </a:defRPr>
            </a:lvl7pPr>
            <a:lvl8pPr lvl="7" algn="ctr">
              <a:lnSpc>
                <a:spcPct val="100000"/>
              </a:lnSpc>
              <a:spcBef>
                <a:spcPts val="0"/>
              </a:spcBef>
              <a:spcAft>
                <a:spcPts val="0"/>
              </a:spcAft>
              <a:buClr>
                <a:schemeClr val="lt1"/>
              </a:buClr>
              <a:buSzPts val="3700"/>
              <a:buNone/>
              <a:defRPr sz="3700">
                <a:solidFill>
                  <a:schemeClr val="lt1"/>
                </a:solidFill>
              </a:defRPr>
            </a:lvl8pPr>
            <a:lvl9pPr lvl="8" algn="ctr">
              <a:lnSpc>
                <a:spcPct val="100000"/>
              </a:lnSpc>
              <a:spcBef>
                <a:spcPts val="0"/>
              </a:spcBef>
              <a:spcAft>
                <a:spcPts val="0"/>
              </a:spcAft>
              <a:buClr>
                <a:schemeClr val="lt1"/>
              </a:buClr>
              <a:buSzPts val="3700"/>
              <a:buNone/>
              <a:defRPr sz="3700">
                <a:solidFill>
                  <a:schemeClr val="lt1"/>
                </a:solidFill>
              </a:defRPr>
            </a:lvl9pPr>
          </a:lstStyle>
          <a:p>
            <a:endParaRPr/>
          </a:p>
        </p:txBody>
      </p:sp>
      <p:sp>
        <p:nvSpPr>
          <p:cNvPr id="14" name="Google Shape;14;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p:nvPr/>
        </p:nvSpPr>
        <p:spPr>
          <a:xfrm>
            <a:off x="1007850" y="901089"/>
            <a:ext cx="10176300" cy="43038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7" name="Google Shape;17;p3"/>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52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a:endParaRPr/>
          </a:p>
        </p:txBody>
      </p:sp>
      <p:sp>
        <p:nvSpPr>
          <p:cNvPr id="18" name="Google Shape;18;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 name="Google Shape;19;p3"/>
          <p:cNvSpPr txBox="1">
            <a:spLocks noGrp="1"/>
          </p:cNvSpPr>
          <p:nvPr>
            <p:ph type="body" idx="1"/>
          </p:nvPr>
        </p:nvSpPr>
        <p:spPr>
          <a:xfrm>
            <a:off x="1983450" y="3414175"/>
            <a:ext cx="8225100" cy="930900"/>
          </a:xfrm>
          <a:prstGeom prst="rect">
            <a:avLst/>
          </a:prstGeom>
        </p:spPr>
        <p:txBody>
          <a:bodyPr spcFirstLastPara="1" wrap="square" lIns="121900" tIns="121900" rIns="121900" bIns="121900" anchor="t" anchorCtr="0">
            <a:normAutofit/>
          </a:bodyPr>
          <a:lstStyle>
            <a:lvl1pPr marL="457200" lvl="0" indent="-330200" rtl="0">
              <a:spcBef>
                <a:spcPts val="0"/>
              </a:spcBef>
              <a:spcAft>
                <a:spcPts val="0"/>
              </a:spcAft>
              <a:buClr>
                <a:schemeClr val="lt1"/>
              </a:buClr>
              <a:buSzPts val="1600"/>
              <a:buChar char="●"/>
              <a:defRPr>
                <a:solidFill>
                  <a:schemeClr val="lt1"/>
                </a:solidFill>
              </a:defRPr>
            </a:lvl1pPr>
            <a:lvl2pPr marL="914400" lvl="1" indent="-330200" algn="ctr" rtl="0">
              <a:spcBef>
                <a:spcPts val="0"/>
              </a:spcBef>
              <a:spcAft>
                <a:spcPts val="0"/>
              </a:spcAft>
              <a:buClr>
                <a:schemeClr val="lt1"/>
              </a:buClr>
              <a:buSzPts val="1600"/>
              <a:buChar char="○"/>
              <a:defRPr>
                <a:solidFill>
                  <a:schemeClr val="lt1"/>
                </a:solidFill>
              </a:defRPr>
            </a:lvl2pPr>
            <a:lvl3pPr marL="1371600" lvl="2" indent="-330200" algn="ctr" rtl="0">
              <a:spcBef>
                <a:spcPts val="0"/>
              </a:spcBef>
              <a:spcAft>
                <a:spcPts val="0"/>
              </a:spcAft>
              <a:buClr>
                <a:schemeClr val="lt1"/>
              </a:buClr>
              <a:buSzPts val="1600"/>
              <a:buChar char="■"/>
              <a:defRPr>
                <a:solidFill>
                  <a:schemeClr val="lt1"/>
                </a:solidFill>
              </a:defRPr>
            </a:lvl3pPr>
            <a:lvl4pPr marL="1828800" lvl="3" indent="-330200" algn="ctr" rtl="0">
              <a:spcBef>
                <a:spcPts val="0"/>
              </a:spcBef>
              <a:spcAft>
                <a:spcPts val="0"/>
              </a:spcAft>
              <a:buClr>
                <a:schemeClr val="lt1"/>
              </a:buClr>
              <a:buSzPts val="1600"/>
              <a:buChar char="●"/>
              <a:defRPr>
                <a:solidFill>
                  <a:schemeClr val="lt1"/>
                </a:solidFill>
              </a:defRPr>
            </a:lvl4pPr>
            <a:lvl5pPr marL="2286000" lvl="4" indent="-330200" algn="ctr" rtl="0">
              <a:spcBef>
                <a:spcPts val="0"/>
              </a:spcBef>
              <a:spcAft>
                <a:spcPts val="0"/>
              </a:spcAft>
              <a:buClr>
                <a:schemeClr val="lt1"/>
              </a:buClr>
              <a:buSzPts val="1600"/>
              <a:buChar char="○"/>
              <a:defRPr>
                <a:solidFill>
                  <a:schemeClr val="lt1"/>
                </a:solidFill>
              </a:defRPr>
            </a:lvl5pPr>
            <a:lvl6pPr marL="2743200" lvl="5" indent="-330200" algn="ctr" rtl="0">
              <a:spcBef>
                <a:spcPts val="0"/>
              </a:spcBef>
              <a:spcAft>
                <a:spcPts val="0"/>
              </a:spcAft>
              <a:buClr>
                <a:schemeClr val="lt1"/>
              </a:buClr>
              <a:buSzPts val="1600"/>
              <a:buChar char="■"/>
              <a:defRPr>
                <a:solidFill>
                  <a:schemeClr val="lt1"/>
                </a:solidFill>
              </a:defRPr>
            </a:lvl6pPr>
            <a:lvl7pPr marL="3200400" lvl="6" indent="-330200" algn="ctr" rtl="0">
              <a:spcBef>
                <a:spcPts val="0"/>
              </a:spcBef>
              <a:spcAft>
                <a:spcPts val="0"/>
              </a:spcAft>
              <a:buClr>
                <a:schemeClr val="lt1"/>
              </a:buClr>
              <a:buSzPts val="1600"/>
              <a:buChar char="●"/>
              <a:defRPr>
                <a:solidFill>
                  <a:schemeClr val="lt1"/>
                </a:solidFill>
              </a:defRPr>
            </a:lvl7pPr>
            <a:lvl8pPr marL="3657600" lvl="7" indent="-330200" algn="ctr" rtl="0">
              <a:spcBef>
                <a:spcPts val="0"/>
              </a:spcBef>
              <a:spcAft>
                <a:spcPts val="0"/>
              </a:spcAft>
              <a:buClr>
                <a:schemeClr val="lt1"/>
              </a:buClr>
              <a:buSzPts val="1600"/>
              <a:buChar char="○"/>
              <a:defRPr>
                <a:solidFill>
                  <a:schemeClr val="lt1"/>
                </a:solidFill>
              </a:defRPr>
            </a:lvl8pPr>
            <a:lvl9pPr marL="4114800" lvl="8" indent="-330200" algn="ctr" rtl="0">
              <a:spcBef>
                <a:spcPts val="0"/>
              </a:spcBef>
              <a:spcAft>
                <a:spcPts val="0"/>
              </a:spcAft>
              <a:buClr>
                <a:schemeClr val="lt1"/>
              </a:buClr>
              <a:buSzPts val="1600"/>
              <a:buChar char="■"/>
              <a:defRPr>
                <a:solidFill>
                  <a:schemeClr val="lt1"/>
                </a:solidFill>
              </a:defRPr>
            </a:lvl9pPr>
          </a:lstStyle>
          <a:p>
            <a:endParaRPr/>
          </a:p>
        </p:txBody>
      </p:sp>
      <p:sp>
        <p:nvSpPr>
          <p:cNvPr id="20" name="Google Shape;20;p3"/>
          <p:cNvSpPr/>
          <p:nvPr/>
        </p:nvSpPr>
        <p:spPr>
          <a:xfrm>
            <a:off x="1007855" y="5490700"/>
            <a:ext cx="10176300" cy="466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grpSp>
        <p:nvGrpSpPr>
          <p:cNvPr id="21" name="Google Shape;21;p3"/>
          <p:cNvGrpSpPr/>
          <p:nvPr/>
        </p:nvGrpSpPr>
        <p:grpSpPr>
          <a:xfrm>
            <a:off x="10716438" y="5490700"/>
            <a:ext cx="467700" cy="466200"/>
            <a:chOff x="10716438" y="5490700"/>
            <a:chExt cx="467700" cy="466200"/>
          </a:xfrm>
        </p:grpSpPr>
        <p:sp>
          <p:nvSpPr>
            <p:cNvPr id="22" name="Google Shape;22;p3"/>
            <p:cNvSpPr/>
            <p:nvPr/>
          </p:nvSpPr>
          <p:spPr>
            <a:xfrm>
              <a:off x="10716438" y="5490700"/>
              <a:ext cx="467700" cy="46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23" name="Google Shape;23;p3"/>
            <p:cNvSpPr/>
            <p:nvPr/>
          </p:nvSpPr>
          <p:spPr>
            <a:xfrm>
              <a:off x="10867764" y="559121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p:nvPr/>
        </p:nvSpPr>
        <p:spPr>
          <a:xfrm>
            <a:off x="1373700" y="1949438"/>
            <a:ext cx="9444600" cy="3927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26" name="Google Shape;26;p4"/>
          <p:cNvSpPr txBox="1">
            <a:spLocks noGrp="1"/>
          </p:cNvSpPr>
          <p:nvPr>
            <p:ph type="title"/>
          </p:nvPr>
        </p:nvSpPr>
        <p:spPr>
          <a:xfrm>
            <a:off x="1373700" y="980963"/>
            <a:ext cx="94446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sz="3640">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7" name="Google Shape;27;p4"/>
          <p:cNvSpPr txBox="1">
            <a:spLocks noGrp="1"/>
          </p:cNvSpPr>
          <p:nvPr>
            <p:ph type="body" idx="1"/>
          </p:nvPr>
        </p:nvSpPr>
        <p:spPr>
          <a:xfrm>
            <a:off x="2005575" y="2808513"/>
            <a:ext cx="8180700" cy="26352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28" name="Google Shape;28;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ix boxes">
  <p:cSld name="CUSTOM">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15625" y="701750"/>
            <a:ext cx="113607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1" name="Google Shape;31;p5"/>
          <p:cNvSpPr txBox="1">
            <a:spLocks noGrp="1"/>
          </p:cNvSpPr>
          <p:nvPr>
            <p:ph type="subTitle" idx="1"/>
          </p:nvPr>
        </p:nvSpPr>
        <p:spPr>
          <a:xfrm>
            <a:off x="415613" y="1816450"/>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2" name="Google Shape;32;p5"/>
          <p:cNvSpPr txBox="1">
            <a:spLocks noGrp="1"/>
          </p:cNvSpPr>
          <p:nvPr>
            <p:ph type="body" idx="2"/>
          </p:nvPr>
        </p:nvSpPr>
        <p:spPr>
          <a:xfrm>
            <a:off x="415633" y="2482431"/>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3" name="Google Shape;33;p5"/>
          <p:cNvSpPr txBox="1">
            <a:spLocks noGrp="1"/>
          </p:cNvSpPr>
          <p:nvPr>
            <p:ph type="subTitle" idx="3"/>
          </p:nvPr>
        </p:nvSpPr>
        <p:spPr>
          <a:xfrm>
            <a:off x="4291794" y="1816450"/>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4" name="Google Shape;34;p5"/>
          <p:cNvSpPr txBox="1">
            <a:spLocks noGrp="1"/>
          </p:cNvSpPr>
          <p:nvPr>
            <p:ph type="body" idx="4"/>
          </p:nvPr>
        </p:nvSpPr>
        <p:spPr>
          <a:xfrm>
            <a:off x="4291820" y="2482431"/>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5" name="Google Shape;35;p5"/>
          <p:cNvSpPr txBox="1">
            <a:spLocks noGrp="1"/>
          </p:cNvSpPr>
          <p:nvPr>
            <p:ph type="subTitle" idx="5"/>
          </p:nvPr>
        </p:nvSpPr>
        <p:spPr>
          <a:xfrm>
            <a:off x="8168001" y="1816450"/>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6" name="Google Shape;36;p5"/>
          <p:cNvSpPr txBox="1">
            <a:spLocks noGrp="1"/>
          </p:cNvSpPr>
          <p:nvPr>
            <p:ph type="body" idx="6"/>
          </p:nvPr>
        </p:nvSpPr>
        <p:spPr>
          <a:xfrm>
            <a:off x="8168032" y="2482431"/>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7" name="Google Shape;37;p5"/>
          <p:cNvSpPr txBox="1">
            <a:spLocks noGrp="1"/>
          </p:cNvSpPr>
          <p:nvPr>
            <p:ph type="subTitle" idx="7"/>
          </p:nvPr>
        </p:nvSpPr>
        <p:spPr>
          <a:xfrm>
            <a:off x="415550" y="4128745"/>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8" name="Google Shape;38;p5"/>
          <p:cNvSpPr txBox="1">
            <a:spLocks noGrp="1"/>
          </p:cNvSpPr>
          <p:nvPr>
            <p:ph type="body" idx="8"/>
          </p:nvPr>
        </p:nvSpPr>
        <p:spPr>
          <a:xfrm>
            <a:off x="415546" y="4858456"/>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39" name="Google Shape;39;p5"/>
          <p:cNvSpPr txBox="1">
            <a:spLocks noGrp="1"/>
          </p:cNvSpPr>
          <p:nvPr>
            <p:ph type="subTitle" idx="9"/>
          </p:nvPr>
        </p:nvSpPr>
        <p:spPr>
          <a:xfrm>
            <a:off x="4291732" y="4128745"/>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0" name="Google Shape;40;p5"/>
          <p:cNvSpPr txBox="1">
            <a:spLocks noGrp="1"/>
          </p:cNvSpPr>
          <p:nvPr>
            <p:ph type="body" idx="13"/>
          </p:nvPr>
        </p:nvSpPr>
        <p:spPr>
          <a:xfrm>
            <a:off x="4291733" y="4858456"/>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41" name="Google Shape;41;p5"/>
          <p:cNvSpPr txBox="1">
            <a:spLocks noGrp="1"/>
          </p:cNvSpPr>
          <p:nvPr>
            <p:ph type="subTitle" idx="14"/>
          </p:nvPr>
        </p:nvSpPr>
        <p:spPr>
          <a:xfrm>
            <a:off x="8167939" y="4128745"/>
            <a:ext cx="36084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lvl="0" rtl="0">
              <a:lnSpc>
                <a:spcPct val="80000"/>
              </a:lnSpc>
              <a:spcBef>
                <a:spcPts val="0"/>
              </a:spcBef>
              <a:spcAft>
                <a:spcPts val="0"/>
              </a:spcAft>
              <a:buSzPts val="2800"/>
              <a:buNone/>
              <a:defRPr b="1">
                <a:latin typeface="Poppins"/>
                <a:ea typeface="Poppins"/>
                <a:cs typeface="Poppins"/>
                <a:sym typeface="Poppins"/>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2" name="Google Shape;42;p5"/>
          <p:cNvSpPr txBox="1">
            <a:spLocks noGrp="1"/>
          </p:cNvSpPr>
          <p:nvPr>
            <p:ph type="body" idx="15"/>
          </p:nvPr>
        </p:nvSpPr>
        <p:spPr>
          <a:xfrm>
            <a:off x="8167945" y="4858456"/>
            <a:ext cx="3608400" cy="12978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a:bodyPr>
          <a:lstStyle>
            <a:lvl1pPr marL="457200" lvl="0" indent="-330200" rtl="0">
              <a:spcBef>
                <a:spcPts val="0"/>
              </a:spcBef>
              <a:spcAft>
                <a:spcPts val="0"/>
              </a:spcAft>
              <a:buSzPts val="1600"/>
              <a:buChar char="●"/>
              <a:defRPr sz="1600"/>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ubtitle and text">
  <p:cSld name="CUSTOM_2">
    <p:bg>
      <p:bgPr>
        <a:solidFill>
          <a:schemeClr val="dk1"/>
        </a:solidFill>
        <a:effectLst/>
      </p:bgPr>
    </p:bg>
    <p:spTree>
      <p:nvGrpSpPr>
        <p:cNvPr id="1" name="Shape 43"/>
        <p:cNvGrpSpPr/>
        <p:nvPr/>
      </p:nvGrpSpPr>
      <p:grpSpPr>
        <a:xfrm>
          <a:off x="0" y="0"/>
          <a:ext cx="0" cy="0"/>
          <a:chOff x="0" y="0"/>
          <a:chExt cx="0" cy="0"/>
        </a:xfrm>
      </p:grpSpPr>
      <p:sp>
        <p:nvSpPr>
          <p:cNvPr id="44" name="Google Shape;44;p6"/>
          <p:cNvSpPr/>
          <p:nvPr/>
        </p:nvSpPr>
        <p:spPr>
          <a:xfrm>
            <a:off x="1771650" y="852300"/>
            <a:ext cx="8648700" cy="51534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45" name="Google Shape;45;p6"/>
          <p:cNvSpPr txBox="1">
            <a:spLocks noGrp="1"/>
          </p:cNvSpPr>
          <p:nvPr>
            <p:ph type="title"/>
          </p:nvPr>
        </p:nvSpPr>
        <p:spPr>
          <a:xfrm>
            <a:off x="1780650" y="1351650"/>
            <a:ext cx="8638800" cy="175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Clr>
                <a:schemeClr val="lt1"/>
              </a:buClr>
              <a:buSzPts val="3600"/>
              <a:buNone/>
              <a:defRPr sz="9600">
                <a:solidFill>
                  <a:schemeClr val="lt1"/>
                </a:solidFill>
              </a:defRPr>
            </a:lvl1pPr>
            <a:lvl2pPr lvl="1" algn="ctr" rtl="0">
              <a:spcBef>
                <a:spcPts val="0"/>
              </a:spcBef>
              <a:spcAft>
                <a:spcPts val="0"/>
              </a:spcAft>
              <a:buClr>
                <a:schemeClr val="lt1"/>
              </a:buClr>
              <a:buSzPts val="3600"/>
              <a:buNone/>
              <a:defRPr>
                <a:solidFill>
                  <a:schemeClr val="lt1"/>
                </a:solidFill>
              </a:defRPr>
            </a:lvl2pPr>
            <a:lvl3pPr lvl="2" algn="ctr" rtl="0">
              <a:spcBef>
                <a:spcPts val="0"/>
              </a:spcBef>
              <a:spcAft>
                <a:spcPts val="0"/>
              </a:spcAft>
              <a:buClr>
                <a:schemeClr val="lt1"/>
              </a:buClr>
              <a:buSzPts val="3600"/>
              <a:buNone/>
              <a:defRPr>
                <a:solidFill>
                  <a:schemeClr val="lt1"/>
                </a:solidFill>
              </a:defRPr>
            </a:lvl3pPr>
            <a:lvl4pPr lvl="3" algn="ctr" rtl="0">
              <a:spcBef>
                <a:spcPts val="0"/>
              </a:spcBef>
              <a:spcAft>
                <a:spcPts val="0"/>
              </a:spcAft>
              <a:buClr>
                <a:schemeClr val="lt1"/>
              </a:buClr>
              <a:buSzPts val="3600"/>
              <a:buNone/>
              <a:defRPr>
                <a:solidFill>
                  <a:schemeClr val="lt1"/>
                </a:solidFill>
              </a:defRPr>
            </a:lvl4pPr>
            <a:lvl5pPr lvl="4" algn="ctr" rtl="0">
              <a:spcBef>
                <a:spcPts val="0"/>
              </a:spcBef>
              <a:spcAft>
                <a:spcPts val="0"/>
              </a:spcAft>
              <a:buClr>
                <a:schemeClr val="lt1"/>
              </a:buClr>
              <a:buSzPts val="3600"/>
              <a:buNone/>
              <a:defRPr>
                <a:solidFill>
                  <a:schemeClr val="lt1"/>
                </a:solidFill>
              </a:defRPr>
            </a:lvl5pPr>
            <a:lvl6pPr lvl="5" algn="ctr" rtl="0">
              <a:spcBef>
                <a:spcPts val="0"/>
              </a:spcBef>
              <a:spcAft>
                <a:spcPts val="0"/>
              </a:spcAft>
              <a:buClr>
                <a:schemeClr val="lt1"/>
              </a:buClr>
              <a:buSzPts val="3600"/>
              <a:buNone/>
              <a:defRPr>
                <a:solidFill>
                  <a:schemeClr val="lt1"/>
                </a:solidFill>
              </a:defRPr>
            </a:lvl6pPr>
            <a:lvl7pPr lvl="6" algn="ctr" rtl="0">
              <a:spcBef>
                <a:spcPts val="0"/>
              </a:spcBef>
              <a:spcAft>
                <a:spcPts val="0"/>
              </a:spcAft>
              <a:buClr>
                <a:schemeClr val="lt1"/>
              </a:buClr>
              <a:buSzPts val="3600"/>
              <a:buNone/>
              <a:defRPr>
                <a:solidFill>
                  <a:schemeClr val="lt1"/>
                </a:solidFill>
              </a:defRPr>
            </a:lvl7pPr>
            <a:lvl8pPr lvl="7" algn="ctr" rtl="0">
              <a:spcBef>
                <a:spcPts val="0"/>
              </a:spcBef>
              <a:spcAft>
                <a:spcPts val="0"/>
              </a:spcAft>
              <a:buClr>
                <a:schemeClr val="lt1"/>
              </a:buClr>
              <a:buSzPts val="3600"/>
              <a:buNone/>
              <a:defRPr>
                <a:solidFill>
                  <a:schemeClr val="lt1"/>
                </a:solidFill>
              </a:defRPr>
            </a:lvl8pPr>
            <a:lvl9pPr lvl="8" algn="ctr" rtl="0">
              <a:spcBef>
                <a:spcPts val="0"/>
              </a:spcBef>
              <a:spcAft>
                <a:spcPts val="0"/>
              </a:spcAft>
              <a:buClr>
                <a:schemeClr val="lt1"/>
              </a:buClr>
              <a:buSzPts val="3600"/>
              <a:buNone/>
              <a:defRPr>
                <a:solidFill>
                  <a:schemeClr val="lt1"/>
                </a:solidFill>
              </a:defRPr>
            </a:lvl9pPr>
          </a:lstStyle>
          <a:p>
            <a:endParaRPr/>
          </a:p>
        </p:txBody>
      </p:sp>
      <p:sp>
        <p:nvSpPr>
          <p:cNvPr id="46" name="Google Shape;46;p6"/>
          <p:cNvSpPr txBox="1">
            <a:spLocks noGrp="1"/>
          </p:cNvSpPr>
          <p:nvPr>
            <p:ph type="subTitle" idx="1"/>
          </p:nvPr>
        </p:nvSpPr>
        <p:spPr>
          <a:xfrm>
            <a:off x="1780650" y="3105150"/>
            <a:ext cx="8638800" cy="5307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Clr>
                <a:schemeClr val="lt1"/>
              </a:buClr>
              <a:buSzPts val="2800"/>
              <a:buNone/>
              <a:defRPr sz="3070" b="1">
                <a:solidFill>
                  <a:schemeClr val="lt1"/>
                </a:solidFil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47" name="Google Shape;47;p6"/>
          <p:cNvSpPr txBox="1">
            <a:spLocks noGrp="1"/>
          </p:cNvSpPr>
          <p:nvPr>
            <p:ph type="body" idx="2"/>
          </p:nvPr>
        </p:nvSpPr>
        <p:spPr>
          <a:xfrm>
            <a:off x="1780650" y="3635850"/>
            <a:ext cx="8638800" cy="1297800"/>
          </a:xfrm>
          <a:prstGeom prst="rect">
            <a:avLst/>
          </a:prstGeom>
        </p:spPr>
        <p:txBody>
          <a:bodyPr spcFirstLastPara="1" wrap="square" lIns="121900" tIns="121900" rIns="121900" bIns="121900" anchor="t" anchorCtr="0">
            <a:normAutofit/>
          </a:bodyPr>
          <a:lstStyle>
            <a:lvl1pPr marL="457200" lvl="0" indent="-330200" algn="ctr" rtl="0">
              <a:lnSpc>
                <a:spcPct val="100000"/>
              </a:lnSpc>
              <a:spcBef>
                <a:spcPts val="0"/>
              </a:spcBef>
              <a:spcAft>
                <a:spcPts val="0"/>
              </a:spcAft>
              <a:buClr>
                <a:schemeClr val="lt1"/>
              </a:buClr>
              <a:buSzPts val="1600"/>
              <a:buChar char="●"/>
              <a:defRPr>
                <a:solidFill>
                  <a:schemeClr val="lt1"/>
                </a:solidFill>
              </a:defRPr>
            </a:lvl1pPr>
            <a:lvl2pPr marL="914400" lvl="1" indent="-330200" algn="ctr" rtl="0">
              <a:spcBef>
                <a:spcPts val="0"/>
              </a:spcBef>
              <a:spcAft>
                <a:spcPts val="0"/>
              </a:spcAft>
              <a:buClr>
                <a:schemeClr val="lt1"/>
              </a:buClr>
              <a:buSzPts val="1600"/>
              <a:buChar char="○"/>
              <a:defRPr>
                <a:solidFill>
                  <a:schemeClr val="lt1"/>
                </a:solidFill>
              </a:defRPr>
            </a:lvl2pPr>
            <a:lvl3pPr marL="1371600" lvl="2" indent="-330200" algn="ctr" rtl="0">
              <a:spcBef>
                <a:spcPts val="0"/>
              </a:spcBef>
              <a:spcAft>
                <a:spcPts val="0"/>
              </a:spcAft>
              <a:buClr>
                <a:schemeClr val="lt1"/>
              </a:buClr>
              <a:buSzPts val="1600"/>
              <a:buChar char="■"/>
              <a:defRPr>
                <a:solidFill>
                  <a:schemeClr val="lt1"/>
                </a:solidFill>
              </a:defRPr>
            </a:lvl3pPr>
            <a:lvl4pPr marL="1828800" lvl="3" indent="-330200" algn="ctr" rtl="0">
              <a:spcBef>
                <a:spcPts val="0"/>
              </a:spcBef>
              <a:spcAft>
                <a:spcPts val="0"/>
              </a:spcAft>
              <a:buClr>
                <a:schemeClr val="lt1"/>
              </a:buClr>
              <a:buSzPts val="1600"/>
              <a:buChar char="●"/>
              <a:defRPr>
                <a:solidFill>
                  <a:schemeClr val="lt1"/>
                </a:solidFill>
              </a:defRPr>
            </a:lvl4pPr>
            <a:lvl5pPr marL="2286000" lvl="4" indent="-330200" algn="ctr" rtl="0">
              <a:spcBef>
                <a:spcPts val="0"/>
              </a:spcBef>
              <a:spcAft>
                <a:spcPts val="0"/>
              </a:spcAft>
              <a:buClr>
                <a:schemeClr val="lt1"/>
              </a:buClr>
              <a:buSzPts val="1600"/>
              <a:buChar char="○"/>
              <a:defRPr>
                <a:solidFill>
                  <a:schemeClr val="lt1"/>
                </a:solidFill>
              </a:defRPr>
            </a:lvl5pPr>
            <a:lvl6pPr marL="2743200" lvl="5" indent="-330200" algn="ctr" rtl="0">
              <a:spcBef>
                <a:spcPts val="0"/>
              </a:spcBef>
              <a:spcAft>
                <a:spcPts val="0"/>
              </a:spcAft>
              <a:buClr>
                <a:schemeClr val="lt1"/>
              </a:buClr>
              <a:buSzPts val="1600"/>
              <a:buChar char="■"/>
              <a:defRPr>
                <a:solidFill>
                  <a:schemeClr val="lt1"/>
                </a:solidFill>
              </a:defRPr>
            </a:lvl6pPr>
            <a:lvl7pPr marL="3200400" lvl="6" indent="-330200" algn="ctr" rtl="0">
              <a:spcBef>
                <a:spcPts val="0"/>
              </a:spcBef>
              <a:spcAft>
                <a:spcPts val="0"/>
              </a:spcAft>
              <a:buClr>
                <a:schemeClr val="lt1"/>
              </a:buClr>
              <a:buSzPts val="1600"/>
              <a:buChar char="●"/>
              <a:defRPr>
                <a:solidFill>
                  <a:schemeClr val="lt1"/>
                </a:solidFill>
              </a:defRPr>
            </a:lvl7pPr>
            <a:lvl8pPr marL="3657600" lvl="7" indent="-330200" algn="ctr" rtl="0">
              <a:spcBef>
                <a:spcPts val="0"/>
              </a:spcBef>
              <a:spcAft>
                <a:spcPts val="0"/>
              </a:spcAft>
              <a:buClr>
                <a:schemeClr val="lt1"/>
              </a:buClr>
              <a:buSzPts val="1600"/>
              <a:buChar char="○"/>
              <a:defRPr>
                <a:solidFill>
                  <a:schemeClr val="lt1"/>
                </a:solidFill>
              </a:defRPr>
            </a:lvl8pPr>
            <a:lvl9pPr marL="4114800" lvl="8" indent="-330200" algn="ctr" rtl="0">
              <a:spcBef>
                <a:spcPts val="0"/>
              </a:spcBef>
              <a:spcAft>
                <a:spcPts val="0"/>
              </a:spcAft>
              <a:buClr>
                <a:schemeClr val="lt1"/>
              </a:buClr>
              <a:buSzPts val="1600"/>
              <a:buChar char="■"/>
              <a:defRPr>
                <a:solidFill>
                  <a:schemeClr val="lt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Four boxes">
  <p:cSld name="CUSTOM_1">
    <p:spTree>
      <p:nvGrpSpPr>
        <p:cNvPr id="1" name="Shape 48"/>
        <p:cNvGrpSpPr/>
        <p:nvPr/>
      </p:nvGrpSpPr>
      <p:grpSpPr>
        <a:xfrm>
          <a:off x="0" y="0"/>
          <a:ext cx="0" cy="0"/>
          <a:chOff x="0" y="0"/>
          <a:chExt cx="0" cy="0"/>
        </a:xfrm>
      </p:grpSpPr>
      <p:sp>
        <p:nvSpPr>
          <p:cNvPr id="49" name="Google Shape;49;p7"/>
          <p:cNvSpPr/>
          <p:nvPr/>
        </p:nvSpPr>
        <p:spPr>
          <a:xfrm>
            <a:off x="1023100" y="1493900"/>
            <a:ext cx="10145700" cy="47022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cxnSp>
        <p:nvCxnSpPr>
          <p:cNvPr id="50" name="Google Shape;50;p7"/>
          <p:cNvCxnSpPr/>
          <p:nvPr/>
        </p:nvCxnSpPr>
        <p:spPr>
          <a:xfrm>
            <a:off x="6096000" y="1778825"/>
            <a:ext cx="0" cy="4135800"/>
          </a:xfrm>
          <a:prstGeom prst="straightConnector1">
            <a:avLst/>
          </a:prstGeom>
          <a:noFill/>
          <a:ln w="9525" cap="flat" cmpd="sng">
            <a:solidFill>
              <a:schemeClr val="dk1"/>
            </a:solidFill>
            <a:prstDash val="solid"/>
            <a:round/>
            <a:headEnd type="none" w="med" len="med"/>
            <a:tailEnd type="none" w="med" len="med"/>
          </a:ln>
        </p:spPr>
      </p:cxnSp>
      <p:grpSp>
        <p:nvGrpSpPr>
          <p:cNvPr id="51" name="Google Shape;51;p7"/>
          <p:cNvGrpSpPr/>
          <p:nvPr/>
        </p:nvGrpSpPr>
        <p:grpSpPr>
          <a:xfrm>
            <a:off x="2682800" y="3846725"/>
            <a:ext cx="6826400" cy="0"/>
            <a:chOff x="2682800" y="3634850"/>
            <a:chExt cx="6826400" cy="0"/>
          </a:xfrm>
        </p:grpSpPr>
        <p:cxnSp>
          <p:nvCxnSpPr>
            <p:cNvPr id="52" name="Google Shape;52;p7"/>
            <p:cNvCxnSpPr/>
            <p:nvPr/>
          </p:nvCxnSpPr>
          <p:spPr>
            <a:xfrm rot="10800000">
              <a:off x="2682800" y="3634850"/>
              <a:ext cx="3078300" cy="0"/>
            </a:xfrm>
            <a:prstGeom prst="straightConnector1">
              <a:avLst/>
            </a:prstGeom>
            <a:noFill/>
            <a:ln w="9525" cap="flat" cmpd="sng">
              <a:solidFill>
                <a:schemeClr val="dk1"/>
              </a:solidFill>
              <a:prstDash val="solid"/>
              <a:round/>
              <a:headEnd type="none" w="med" len="med"/>
              <a:tailEnd type="none" w="med" len="med"/>
            </a:ln>
          </p:spPr>
        </p:cxnSp>
        <p:cxnSp>
          <p:nvCxnSpPr>
            <p:cNvPr id="53" name="Google Shape;53;p7"/>
            <p:cNvCxnSpPr/>
            <p:nvPr/>
          </p:nvCxnSpPr>
          <p:spPr>
            <a:xfrm rot="10800000">
              <a:off x="6430900" y="3634850"/>
              <a:ext cx="3078300" cy="0"/>
            </a:xfrm>
            <a:prstGeom prst="straightConnector1">
              <a:avLst/>
            </a:prstGeom>
            <a:noFill/>
            <a:ln w="9525" cap="flat" cmpd="sng">
              <a:solidFill>
                <a:schemeClr val="dk1"/>
              </a:solidFill>
              <a:prstDash val="solid"/>
              <a:round/>
              <a:headEnd type="none" w="med" len="med"/>
              <a:tailEnd type="none" w="med" len="med"/>
            </a:ln>
          </p:spPr>
        </p:cxnSp>
      </p:grpSp>
      <p:sp>
        <p:nvSpPr>
          <p:cNvPr id="54" name="Google Shape;54;p7"/>
          <p:cNvSpPr txBox="1">
            <a:spLocks noGrp="1"/>
          </p:cNvSpPr>
          <p:nvPr>
            <p:ph type="title"/>
          </p:nvPr>
        </p:nvSpPr>
        <p:spPr>
          <a:xfrm>
            <a:off x="1023175" y="477500"/>
            <a:ext cx="10145700" cy="759000"/>
          </a:xfrm>
          <a:prstGeom prst="rect">
            <a:avLst/>
          </a:prstGeom>
          <a:solidFill>
            <a:schemeClr val="dk1"/>
          </a:solidFill>
        </p:spPr>
        <p:txBody>
          <a:bodyPr spcFirstLastPara="1" wrap="square" lIns="121900" tIns="121900" rIns="121900" bIns="121900" anchor="ctr" anchorCtr="0">
            <a:normAutofit/>
          </a:bodyPr>
          <a:lstStyle>
            <a:lvl1pPr lvl="0" algn="ctr" rtl="0">
              <a:spcBef>
                <a:spcPts val="0"/>
              </a:spcBef>
              <a:spcAft>
                <a:spcPts val="0"/>
              </a:spcAft>
              <a:buSzPts val="3600"/>
              <a:buNone/>
              <a:defRPr sz="3640">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5" name="Google Shape;55;p7"/>
          <p:cNvSpPr txBox="1">
            <a:spLocks noGrp="1"/>
          </p:cNvSpPr>
          <p:nvPr>
            <p:ph type="subTitle" idx="1"/>
          </p:nvPr>
        </p:nvSpPr>
        <p:spPr>
          <a:xfrm>
            <a:off x="1970418" y="1861450"/>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6" name="Google Shape;56;p7"/>
          <p:cNvSpPr txBox="1">
            <a:spLocks noGrp="1"/>
          </p:cNvSpPr>
          <p:nvPr>
            <p:ph type="body" idx="2"/>
          </p:nvPr>
        </p:nvSpPr>
        <p:spPr>
          <a:xfrm>
            <a:off x="1970453" y="2357957"/>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57" name="Google Shape;57;p7"/>
          <p:cNvSpPr txBox="1">
            <a:spLocks noGrp="1"/>
          </p:cNvSpPr>
          <p:nvPr>
            <p:ph type="subTitle" idx="3"/>
          </p:nvPr>
        </p:nvSpPr>
        <p:spPr>
          <a:xfrm>
            <a:off x="6782592" y="1861450"/>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8" name="Google Shape;58;p7"/>
          <p:cNvSpPr txBox="1">
            <a:spLocks noGrp="1"/>
          </p:cNvSpPr>
          <p:nvPr>
            <p:ph type="body" idx="4"/>
          </p:nvPr>
        </p:nvSpPr>
        <p:spPr>
          <a:xfrm>
            <a:off x="6782634" y="2357957"/>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59" name="Google Shape;59;p7"/>
          <p:cNvSpPr txBox="1">
            <a:spLocks noGrp="1"/>
          </p:cNvSpPr>
          <p:nvPr>
            <p:ph type="subTitle" idx="5"/>
          </p:nvPr>
        </p:nvSpPr>
        <p:spPr>
          <a:xfrm>
            <a:off x="1970350" y="4137294"/>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60" name="Google Shape;60;p7"/>
          <p:cNvSpPr txBox="1">
            <a:spLocks noGrp="1"/>
          </p:cNvSpPr>
          <p:nvPr>
            <p:ph type="body" idx="6"/>
          </p:nvPr>
        </p:nvSpPr>
        <p:spPr>
          <a:xfrm>
            <a:off x="1970393" y="4633801"/>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61" name="Google Shape;61;p7"/>
          <p:cNvSpPr txBox="1">
            <a:spLocks noGrp="1"/>
          </p:cNvSpPr>
          <p:nvPr>
            <p:ph type="body" idx="7"/>
          </p:nvPr>
        </p:nvSpPr>
        <p:spPr>
          <a:xfrm>
            <a:off x="6782575" y="4633801"/>
            <a:ext cx="3438900" cy="1198200"/>
          </a:xfrm>
          <a:prstGeom prst="rect">
            <a:avLst/>
          </a:prstGeom>
        </p:spPr>
        <p:txBody>
          <a:bodyPr spcFirstLastPara="1" wrap="square" lIns="121900" tIns="121900" rIns="121900" bIns="121900" anchor="t" anchorCtr="0">
            <a:normAutofit/>
          </a:bodyPr>
          <a:lstStyle>
            <a:lvl1pPr marL="457200" lvl="0" indent="-330200" algn="ctr" rtl="0">
              <a:spcBef>
                <a:spcPts val="0"/>
              </a:spcBef>
              <a:spcAft>
                <a:spcPts val="0"/>
              </a:spcAft>
              <a:buSzPts val="1600"/>
              <a:buChar char="●"/>
              <a:defRPr/>
            </a:lvl1pPr>
            <a:lvl2pPr marL="914400" lvl="1" indent="-330200" rtl="0">
              <a:spcBef>
                <a:spcPts val="0"/>
              </a:spcBef>
              <a:spcAft>
                <a:spcPts val="0"/>
              </a:spcAft>
              <a:buSzPts val="1600"/>
              <a:buChar char="○"/>
              <a:defRPr/>
            </a:lvl2pPr>
            <a:lvl3pPr marL="1371600" lvl="2" indent="-330200" rtl="0">
              <a:spcBef>
                <a:spcPts val="0"/>
              </a:spcBef>
              <a:spcAft>
                <a:spcPts val="0"/>
              </a:spcAft>
              <a:buSzPts val="1600"/>
              <a:buChar char="■"/>
              <a:defRPr/>
            </a:lvl3pPr>
            <a:lvl4pPr marL="1828800" lvl="3" indent="-330200" rtl="0">
              <a:spcBef>
                <a:spcPts val="0"/>
              </a:spcBef>
              <a:spcAft>
                <a:spcPts val="0"/>
              </a:spcAft>
              <a:buSzPts val="1600"/>
              <a:buChar char="●"/>
              <a:defRPr/>
            </a:lvl4pPr>
            <a:lvl5pPr marL="2286000" lvl="4" indent="-330200" rtl="0">
              <a:spcBef>
                <a:spcPts val="0"/>
              </a:spcBef>
              <a:spcAft>
                <a:spcPts val="0"/>
              </a:spcAft>
              <a:buSzPts val="1600"/>
              <a:buChar char="○"/>
              <a:defRPr/>
            </a:lvl5pPr>
            <a:lvl6pPr marL="2743200" lvl="5" indent="-330200" rtl="0">
              <a:spcBef>
                <a:spcPts val="0"/>
              </a:spcBef>
              <a:spcAft>
                <a:spcPts val="0"/>
              </a:spcAft>
              <a:buSzPts val="1600"/>
              <a:buChar char="■"/>
              <a:defRPr/>
            </a:lvl6pPr>
            <a:lvl7pPr marL="3200400" lvl="6" indent="-330200" rtl="0">
              <a:spcBef>
                <a:spcPts val="0"/>
              </a:spcBef>
              <a:spcAft>
                <a:spcPts val="0"/>
              </a:spcAft>
              <a:buSzPts val="1600"/>
              <a:buChar char="●"/>
              <a:defRPr/>
            </a:lvl7pPr>
            <a:lvl8pPr marL="3657600" lvl="7" indent="-330200" rtl="0">
              <a:spcBef>
                <a:spcPts val="0"/>
              </a:spcBef>
              <a:spcAft>
                <a:spcPts val="0"/>
              </a:spcAft>
              <a:buSzPts val="1600"/>
              <a:buChar char="○"/>
              <a:defRPr/>
            </a:lvl8pPr>
            <a:lvl9pPr marL="4114800" lvl="8" indent="-330200" rtl="0">
              <a:spcBef>
                <a:spcPts val="0"/>
              </a:spcBef>
              <a:spcAft>
                <a:spcPts val="0"/>
              </a:spcAft>
              <a:buSzPts val="1600"/>
              <a:buChar char="■"/>
              <a:defRPr/>
            </a:lvl9pPr>
          </a:lstStyle>
          <a:p>
            <a:endParaRPr/>
          </a:p>
        </p:txBody>
      </p:sp>
      <p:sp>
        <p:nvSpPr>
          <p:cNvPr id="62" name="Google Shape;62;p7"/>
          <p:cNvSpPr txBox="1">
            <a:spLocks noGrp="1"/>
          </p:cNvSpPr>
          <p:nvPr>
            <p:ph type="subTitle" idx="8"/>
          </p:nvPr>
        </p:nvSpPr>
        <p:spPr>
          <a:xfrm>
            <a:off x="6782542" y="4137294"/>
            <a:ext cx="3438900" cy="496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2800"/>
              <a:buNone/>
              <a:defRPr sz="2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8"/>
          <p:cNvSpPr/>
          <p:nvPr/>
        </p:nvSpPr>
        <p:spPr>
          <a:xfrm>
            <a:off x="1023107" y="2391150"/>
            <a:ext cx="10145700" cy="35190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cxnSp>
        <p:nvCxnSpPr>
          <p:cNvPr id="65" name="Google Shape;65;p8"/>
          <p:cNvCxnSpPr/>
          <p:nvPr/>
        </p:nvCxnSpPr>
        <p:spPr>
          <a:xfrm>
            <a:off x="6095957" y="2619750"/>
            <a:ext cx="0" cy="3083100"/>
          </a:xfrm>
          <a:prstGeom prst="straightConnector1">
            <a:avLst/>
          </a:prstGeom>
          <a:noFill/>
          <a:ln w="9525" cap="flat" cmpd="sng">
            <a:solidFill>
              <a:schemeClr val="dk1"/>
            </a:solidFill>
            <a:prstDash val="solid"/>
            <a:round/>
            <a:headEnd type="none" w="med" len="med"/>
            <a:tailEnd type="none" w="med" len="med"/>
          </a:ln>
        </p:spPr>
      </p:cxnSp>
      <p:sp>
        <p:nvSpPr>
          <p:cNvPr id="66" name="Google Shape;66;p8"/>
          <p:cNvSpPr txBox="1">
            <a:spLocks noGrp="1"/>
          </p:cNvSpPr>
          <p:nvPr>
            <p:ph type="title"/>
          </p:nvPr>
        </p:nvSpPr>
        <p:spPr>
          <a:xfrm>
            <a:off x="1023163" y="854263"/>
            <a:ext cx="101457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67" name="Google Shape;67;p8"/>
          <p:cNvSpPr txBox="1">
            <a:spLocks noGrp="1"/>
          </p:cNvSpPr>
          <p:nvPr>
            <p:ph type="body" idx="1"/>
          </p:nvPr>
        </p:nvSpPr>
        <p:spPr>
          <a:xfrm>
            <a:off x="1238077" y="2832975"/>
            <a:ext cx="4590300" cy="27810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68" name="Google Shape;68;p8"/>
          <p:cNvSpPr txBox="1">
            <a:spLocks noGrp="1"/>
          </p:cNvSpPr>
          <p:nvPr>
            <p:ph type="body" idx="2"/>
          </p:nvPr>
        </p:nvSpPr>
        <p:spPr>
          <a:xfrm>
            <a:off x="6375442" y="2832975"/>
            <a:ext cx="4590300" cy="27810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69" name="Google Shape;69;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70"/>
        <p:cNvGrpSpPr/>
        <p:nvPr/>
      </p:nvGrpSpPr>
      <p:grpSpPr>
        <a:xfrm>
          <a:off x="0" y="0"/>
          <a:ext cx="0" cy="0"/>
          <a:chOff x="0" y="0"/>
          <a:chExt cx="0" cy="0"/>
        </a:xfrm>
      </p:grpSpPr>
      <p:sp>
        <p:nvSpPr>
          <p:cNvPr id="71" name="Google Shape;71;p9"/>
          <p:cNvSpPr/>
          <p:nvPr/>
        </p:nvSpPr>
        <p:spPr>
          <a:xfrm>
            <a:off x="1023100" y="1790825"/>
            <a:ext cx="10145700" cy="44058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cxnSp>
        <p:nvCxnSpPr>
          <p:cNvPr id="72" name="Google Shape;72;p9"/>
          <p:cNvCxnSpPr/>
          <p:nvPr/>
        </p:nvCxnSpPr>
        <p:spPr>
          <a:xfrm>
            <a:off x="4386525" y="2014360"/>
            <a:ext cx="0" cy="3860100"/>
          </a:xfrm>
          <a:prstGeom prst="straightConnector1">
            <a:avLst/>
          </a:prstGeom>
          <a:noFill/>
          <a:ln w="9525" cap="flat" cmpd="sng">
            <a:solidFill>
              <a:schemeClr val="dk1"/>
            </a:solidFill>
            <a:prstDash val="solid"/>
            <a:round/>
            <a:headEnd type="none" w="med" len="med"/>
            <a:tailEnd type="none" w="med" len="med"/>
          </a:ln>
        </p:spPr>
      </p:cxnSp>
      <p:cxnSp>
        <p:nvCxnSpPr>
          <p:cNvPr id="73" name="Google Shape;73;p9"/>
          <p:cNvCxnSpPr/>
          <p:nvPr/>
        </p:nvCxnSpPr>
        <p:spPr>
          <a:xfrm>
            <a:off x="7784600" y="2014360"/>
            <a:ext cx="0" cy="3860100"/>
          </a:xfrm>
          <a:prstGeom prst="straightConnector1">
            <a:avLst/>
          </a:prstGeom>
          <a:noFill/>
          <a:ln w="9525" cap="flat" cmpd="sng">
            <a:solidFill>
              <a:schemeClr val="dk1"/>
            </a:solidFill>
            <a:prstDash val="solid"/>
            <a:round/>
            <a:headEnd type="none" w="med" len="med"/>
            <a:tailEnd type="none" w="med" len="med"/>
          </a:ln>
        </p:spPr>
      </p:cxnSp>
      <p:sp>
        <p:nvSpPr>
          <p:cNvPr id="74" name="Google Shape;74;p9"/>
          <p:cNvSpPr txBox="1">
            <a:spLocks noGrp="1"/>
          </p:cNvSpPr>
          <p:nvPr>
            <p:ph type="title"/>
          </p:nvPr>
        </p:nvSpPr>
        <p:spPr>
          <a:xfrm>
            <a:off x="1023100" y="633475"/>
            <a:ext cx="10145700" cy="763500"/>
          </a:xfrm>
          <a:prstGeom prst="rect">
            <a:avLst/>
          </a:prstGeom>
          <a:solidFill>
            <a:schemeClr val="dk1"/>
          </a:solidFill>
        </p:spPr>
        <p:txBody>
          <a:bodyPr spcFirstLastPara="1" wrap="square" lIns="121900" tIns="121900" rIns="121900" bIns="121900" anchor="t" anchorCtr="0">
            <a:normAutofit/>
          </a:bodyPr>
          <a:lstStyle>
            <a:lvl1pPr lvl="0" algn="ctr" rtl="0">
              <a:spcBef>
                <a:spcPts val="0"/>
              </a:spcBef>
              <a:spcAft>
                <a:spcPts val="0"/>
              </a:spcAft>
              <a:buSzPts val="3600"/>
              <a:buNone/>
              <a:defRPr sz="3640">
                <a:solidFill>
                  <a:schemeClr val="lt1"/>
                </a:solidFill>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75" name="Google Shape;75;p9"/>
          <p:cNvSpPr txBox="1">
            <a:spLocks noGrp="1"/>
          </p:cNvSpPr>
          <p:nvPr>
            <p:ph type="body" idx="1"/>
          </p:nvPr>
        </p:nvSpPr>
        <p:spPr>
          <a:xfrm>
            <a:off x="1200650" y="3297102"/>
            <a:ext cx="2981400" cy="24417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76" name="Google Shape;76;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9"/>
          <p:cNvSpPr txBox="1">
            <a:spLocks noGrp="1"/>
          </p:cNvSpPr>
          <p:nvPr>
            <p:ph type="subTitle" idx="2"/>
          </p:nvPr>
        </p:nvSpPr>
        <p:spPr>
          <a:xfrm>
            <a:off x="1200650" y="2152875"/>
            <a:ext cx="2981400" cy="9591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25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8" name="Google Shape;78;p9"/>
          <p:cNvSpPr txBox="1">
            <a:spLocks noGrp="1"/>
          </p:cNvSpPr>
          <p:nvPr>
            <p:ph type="body" idx="3"/>
          </p:nvPr>
        </p:nvSpPr>
        <p:spPr>
          <a:xfrm>
            <a:off x="4599175" y="3297115"/>
            <a:ext cx="2981400" cy="24417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79" name="Google Shape;79;p9"/>
          <p:cNvSpPr txBox="1">
            <a:spLocks noGrp="1"/>
          </p:cNvSpPr>
          <p:nvPr>
            <p:ph type="subTitle" idx="4"/>
          </p:nvPr>
        </p:nvSpPr>
        <p:spPr>
          <a:xfrm>
            <a:off x="4599175" y="2152883"/>
            <a:ext cx="2981400" cy="9591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25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0" name="Google Shape;80;p9"/>
          <p:cNvSpPr txBox="1">
            <a:spLocks noGrp="1"/>
          </p:cNvSpPr>
          <p:nvPr>
            <p:ph type="body" idx="5"/>
          </p:nvPr>
        </p:nvSpPr>
        <p:spPr>
          <a:xfrm>
            <a:off x="7997699" y="3297102"/>
            <a:ext cx="2981400" cy="24417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1" name="Google Shape;81;p9"/>
          <p:cNvSpPr txBox="1">
            <a:spLocks noGrp="1"/>
          </p:cNvSpPr>
          <p:nvPr>
            <p:ph type="subTitle" idx="6"/>
          </p:nvPr>
        </p:nvSpPr>
        <p:spPr>
          <a:xfrm>
            <a:off x="7997699" y="2152875"/>
            <a:ext cx="2981400" cy="9591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25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p:cSld name="TITLE_AND_TWO_COLUMNS_1_2">
    <p:spTree>
      <p:nvGrpSpPr>
        <p:cNvPr id="1" name="Shape 82"/>
        <p:cNvGrpSpPr/>
        <p:nvPr/>
      </p:nvGrpSpPr>
      <p:grpSpPr>
        <a:xfrm>
          <a:off x="0" y="0"/>
          <a:ext cx="0" cy="0"/>
          <a:chOff x="0" y="0"/>
          <a:chExt cx="0" cy="0"/>
        </a:xfrm>
      </p:grpSpPr>
      <p:sp>
        <p:nvSpPr>
          <p:cNvPr id="83" name="Google Shape;83;p10"/>
          <p:cNvSpPr txBox="1">
            <a:spLocks noGrp="1"/>
          </p:cNvSpPr>
          <p:nvPr>
            <p:ph type="title"/>
          </p:nvPr>
        </p:nvSpPr>
        <p:spPr>
          <a:xfrm>
            <a:off x="850650" y="477013"/>
            <a:ext cx="10490700" cy="76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4" name="Google Shape;84;p10"/>
          <p:cNvSpPr txBox="1">
            <a:spLocks noGrp="1"/>
          </p:cNvSpPr>
          <p:nvPr>
            <p:ph type="body" idx="1"/>
          </p:nvPr>
        </p:nvSpPr>
        <p:spPr>
          <a:xfrm>
            <a:off x="850650" y="2475885"/>
            <a:ext cx="5085300" cy="3905100"/>
          </a:xfrm>
          <a:prstGeom prst="rect">
            <a:avLst/>
          </a:prstGeom>
        </p:spPr>
        <p:txBody>
          <a:bodyPr spcFirstLastPara="1" wrap="square" lIns="121900" tIns="121900" rIns="121900" bIns="121900" anchor="t" anchorCtr="0">
            <a:normAutofit/>
          </a:bodyPr>
          <a:lstStyle>
            <a:lvl1pPr marL="457200" lvl="0" indent="-349250"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5" name="Google Shape;85;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0"/>
          <p:cNvSpPr txBox="1">
            <a:spLocks noGrp="1"/>
          </p:cNvSpPr>
          <p:nvPr>
            <p:ph type="subTitle" idx="2"/>
          </p:nvPr>
        </p:nvSpPr>
        <p:spPr>
          <a:xfrm>
            <a:off x="850650" y="1599588"/>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7" name="Google Shape;87;p10"/>
          <p:cNvSpPr txBox="1">
            <a:spLocks noGrp="1"/>
          </p:cNvSpPr>
          <p:nvPr>
            <p:ph type="body" idx="3"/>
          </p:nvPr>
        </p:nvSpPr>
        <p:spPr>
          <a:xfrm>
            <a:off x="6256000" y="2475869"/>
            <a:ext cx="5085300" cy="13905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88" name="Google Shape;88;p10"/>
          <p:cNvSpPr txBox="1">
            <a:spLocks noGrp="1"/>
          </p:cNvSpPr>
          <p:nvPr>
            <p:ph type="subTitle" idx="4"/>
          </p:nvPr>
        </p:nvSpPr>
        <p:spPr>
          <a:xfrm>
            <a:off x="6256000" y="1599588"/>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89" name="Google Shape;89;p10"/>
          <p:cNvSpPr txBox="1">
            <a:spLocks noGrp="1"/>
          </p:cNvSpPr>
          <p:nvPr>
            <p:ph type="body" idx="5"/>
          </p:nvPr>
        </p:nvSpPr>
        <p:spPr>
          <a:xfrm>
            <a:off x="6256000" y="4990462"/>
            <a:ext cx="5085300" cy="1390500"/>
          </a:xfrm>
          <a:prstGeom prst="rect">
            <a:avLst/>
          </a:prstGeom>
        </p:spPr>
        <p:txBody>
          <a:bodyPr spcFirstLastPara="1" wrap="square" lIns="121900" tIns="121900" rIns="121900" bIns="121900" anchor="t" anchorCtr="0">
            <a:normAutofit/>
          </a:bodyPr>
          <a:lstStyle>
            <a:lvl1pPr marL="457200" lvl="0" indent="-349250" algn="ctr" rtl="0">
              <a:spcBef>
                <a:spcPts val="0"/>
              </a:spcBef>
              <a:spcAft>
                <a:spcPts val="0"/>
              </a:spcAft>
              <a:buSzPts val="1900"/>
              <a:buChar char="●"/>
              <a:defRPr sz="1900"/>
            </a:lvl1pPr>
            <a:lvl2pPr marL="914400" lvl="1" indent="-330200" algn="ctr" rtl="0">
              <a:spcBef>
                <a:spcPts val="0"/>
              </a:spcBef>
              <a:spcAft>
                <a:spcPts val="0"/>
              </a:spcAft>
              <a:buSzPts val="1600"/>
              <a:buChar char="○"/>
              <a:defRPr sz="1600"/>
            </a:lvl2pPr>
            <a:lvl3pPr marL="1371600" lvl="2" indent="-330200" algn="ctr" rtl="0">
              <a:spcBef>
                <a:spcPts val="0"/>
              </a:spcBef>
              <a:spcAft>
                <a:spcPts val="0"/>
              </a:spcAft>
              <a:buSzPts val="1600"/>
              <a:buChar char="■"/>
              <a:defRPr sz="1600"/>
            </a:lvl3pPr>
            <a:lvl4pPr marL="1828800" lvl="3" indent="-330200" algn="ctr" rtl="0">
              <a:spcBef>
                <a:spcPts val="0"/>
              </a:spcBef>
              <a:spcAft>
                <a:spcPts val="0"/>
              </a:spcAft>
              <a:buSzPts val="1600"/>
              <a:buChar char="●"/>
              <a:defRPr sz="1600"/>
            </a:lvl4pPr>
            <a:lvl5pPr marL="2286000" lvl="4" indent="-330200" algn="ctr" rtl="0">
              <a:spcBef>
                <a:spcPts val="0"/>
              </a:spcBef>
              <a:spcAft>
                <a:spcPts val="0"/>
              </a:spcAft>
              <a:buSzPts val="1600"/>
              <a:buChar char="○"/>
              <a:defRPr sz="1600"/>
            </a:lvl5pPr>
            <a:lvl6pPr marL="2743200" lvl="5" indent="-330200" algn="ctr" rtl="0">
              <a:spcBef>
                <a:spcPts val="0"/>
              </a:spcBef>
              <a:spcAft>
                <a:spcPts val="0"/>
              </a:spcAft>
              <a:buSzPts val="1600"/>
              <a:buChar char="■"/>
              <a:defRPr sz="1600"/>
            </a:lvl6pPr>
            <a:lvl7pPr marL="3200400" lvl="6" indent="-330200" algn="ctr" rtl="0">
              <a:spcBef>
                <a:spcPts val="0"/>
              </a:spcBef>
              <a:spcAft>
                <a:spcPts val="0"/>
              </a:spcAft>
              <a:buSzPts val="1600"/>
              <a:buChar char="●"/>
              <a:defRPr sz="1600"/>
            </a:lvl7pPr>
            <a:lvl8pPr marL="3657600" lvl="7" indent="-330200" algn="ctr" rtl="0">
              <a:spcBef>
                <a:spcPts val="0"/>
              </a:spcBef>
              <a:spcAft>
                <a:spcPts val="0"/>
              </a:spcAft>
              <a:buSzPts val="1600"/>
              <a:buChar char="○"/>
              <a:defRPr sz="1600"/>
            </a:lvl8pPr>
            <a:lvl9pPr marL="4114800" lvl="8" indent="-330200" algn="ctr" rtl="0">
              <a:spcBef>
                <a:spcPts val="0"/>
              </a:spcBef>
              <a:spcAft>
                <a:spcPts val="0"/>
              </a:spcAft>
              <a:buSzPts val="1600"/>
              <a:buChar char="■"/>
              <a:defRPr sz="1600"/>
            </a:lvl9pPr>
          </a:lstStyle>
          <a:p>
            <a:endParaRPr/>
          </a:p>
        </p:txBody>
      </p:sp>
      <p:sp>
        <p:nvSpPr>
          <p:cNvPr id="90" name="Google Shape;90;p10"/>
          <p:cNvSpPr txBox="1">
            <a:spLocks noGrp="1"/>
          </p:cNvSpPr>
          <p:nvPr>
            <p:ph type="subTitle" idx="6"/>
          </p:nvPr>
        </p:nvSpPr>
        <p:spPr>
          <a:xfrm>
            <a:off x="6256000" y="4114181"/>
            <a:ext cx="5085300" cy="8763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2800"/>
              <a:buNone/>
              <a:defRPr sz="3200" b="1"/>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ertificate">
  <p:cSld name="TITLE_AND_TWO_COLUMNS_1_2_1">
    <p:spTree>
      <p:nvGrpSpPr>
        <p:cNvPr id="1" name="Shape 91"/>
        <p:cNvGrpSpPr/>
        <p:nvPr/>
      </p:nvGrpSpPr>
      <p:grpSpPr>
        <a:xfrm>
          <a:off x="0" y="0"/>
          <a:ext cx="0" cy="0"/>
          <a:chOff x="0" y="0"/>
          <a:chExt cx="0" cy="0"/>
        </a:xfrm>
      </p:grpSpPr>
      <p:sp>
        <p:nvSpPr>
          <p:cNvPr id="92" name="Google Shape;92;p11"/>
          <p:cNvSpPr txBox="1">
            <a:spLocks noGrp="1"/>
          </p:cNvSpPr>
          <p:nvPr>
            <p:ph type="title"/>
          </p:nvPr>
        </p:nvSpPr>
        <p:spPr>
          <a:xfrm>
            <a:off x="850650" y="515200"/>
            <a:ext cx="10490700" cy="7635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600"/>
              <a:buNone/>
              <a:defRPr sz="6000"/>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93" name="Google Shape;93;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1"/>
          <p:cNvSpPr txBox="1">
            <a:spLocks noGrp="1"/>
          </p:cNvSpPr>
          <p:nvPr>
            <p:ph type="subTitle" idx="1"/>
          </p:nvPr>
        </p:nvSpPr>
        <p:spPr>
          <a:xfrm>
            <a:off x="963188" y="54277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cxnSp>
        <p:nvCxnSpPr>
          <p:cNvPr id="95" name="Google Shape;95;p11"/>
          <p:cNvCxnSpPr/>
          <p:nvPr/>
        </p:nvCxnSpPr>
        <p:spPr>
          <a:xfrm>
            <a:off x="1783800" y="3300300"/>
            <a:ext cx="8624400" cy="0"/>
          </a:xfrm>
          <a:prstGeom prst="straightConnector1">
            <a:avLst/>
          </a:prstGeom>
          <a:noFill/>
          <a:ln w="9525" cap="flat" cmpd="sng">
            <a:solidFill>
              <a:schemeClr val="dk1"/>
            </a:solidFill>
            <a:prstDash val="solid"/>
            <a:round/>
            <a:headEnd type="none" w="med" len="med"/>
            <a:tailEnd type="none" w="med" len="med"/>
          </a:ln>
        </p:spPr>
      </p:cxnSp>
      <p:cxnSp>
        <p:nvCxnSpPr>
          <p:cNvPr id="96" name="Google Shape;96;p11"/>
          <p:cNvCxnSpPr/>
          <p:nvPr/>
        </p:nvCxnSpPr>
        <p:spPr>
          <a:xfrm>
            <a:off x="1319438" y="5885275"/>
            <a:ext cx="2986500" cy="0"/>
          </a:xfrm>
          <a:prstGeom prst="straightConnector1">
            <a:avLst/>
          </a:prstGeom>
          <a:noFill/>
          <a:ln w="9525" cap="flat" cmpd="sng">
            <a:solidFill>
              <a:schemeClr val="dk1"/>
            </a:solidFill>
            <a:prstDash val="solid"/>
            <a:round/>
            <a:headEnd type="none" w="med" len="med"/>
            <a:tailEnd type="none" w="med" len="med"/>
          </a:ln>
        </p:spPr>
      </p:cxnSp>
      <p:sp>
        <p:nvSpPr>
          <p:cNvPr id="97" name="Google Shape;97;p11"/>
          <p:cNvSpPr txBox="1">
            <a:spLocks noGrp="1"/>
          </p:cNvSpPr>
          <p:nvPr>
            <p:ph type="subTitle" idx="2"/>
          </p:nvPr>
        </p:nvSpPr>
        <p:spPr>
          <a:xfrm>
            <a:off x="963188" y="58852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98" name="Google Shape;98;p11"/>
          <p:cNvSpPr txBox="1">
            <a:spLocks noGrp="1"/>
          </p:cNvSpPr>
          <p:nvPr>
            <p:ph type="subTitle" idx="3"/>
          </p:nvPr>
        </p:nvSpPr>
        <p:spPr>
          <a:xfrm>
            <a:off x="7529813" y="54277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cxnSp>
        <p:nvCxnSpPr>
          <p:cNvPr id="99" name="Google Shape;99;p11"/>
          <p:cNvCxnSpPr/>
          <p:nvPr/>
        </p:nvCxnSpPr>
        <p:spPr>
          <a:xfrm>
            <a:off x="7886063" y="5885275"/>
            <a:ext cx="2986500" cy="0"/>
          </a:xfrm>
          <a:prstGeom prst="straightConnector1">
            <a:avLst/>
          </a:prstGeom>
          <a:noFill/>
          <a:ln w="9525" cap="flat" cmpd="sng">
            <a:solidFill>
              <a:schemeClr val="dk1"/>
            </a:solidFill>
            <a:prstDash val="solid"/>
            <a:round/>
            <a:headEnd type="none" w="med" len="med"/>
            <a:tailEnd type="none" w="med" len="med"/>
          </a:ln>
        </p:spPr>
      </p:cxnSp>
      <p:sp>
        <p:nvSpPr>
          <p:cNvPr id="100" name="Google Shape;100;p11"/>
          <p:cNvSpPr txBox="1">
            <a:spLocks noGrp="1"/>
          </p:cNvSpPr>
          <p:nvPr>
            <p:ph type="subTitle" idx="4"/>
          </p:nvPr>
        </p:nvSpPr>
        <p:spPr>
          <a:xfrm>
            <a:off x="7529813" y="5885288"/>
            <a:ext cx="36990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101" name="Google Shape;101;p11"/>
          <p:cNvSpPr txBox="1">
            <a:spLocks noGrp="1"/>
          </p:cNvSpPr>
          <p:nvPr>
            <p:ph type="subTitle" idx="5"/>
          </p:nvPr>
        </p:nvSpPr>
        <p:spPr>
          <a:xfrm>
            <a:off x="3124958" y="4658763"/>
            <a:ext cx="59421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i="1"/>
            </a:lvl1pPr>
            <a:lvl2pPr lvl="1" algn="ctr" rtl="0">
              <a:lnSpc>
                <a:spcPct val="100000"/>
              </a:lnSpc>
              <a:spcBef>
                <a:spcPts val="0"/>
              </a:spcBef>
              <a:spcAft>
                <a:spcPts val="0"/>
              </a:spcAft>
              <a:buSzPts val="1300"/>
              <a:buNone/>
              <a:defRPr sz="1300" i="1"/>
            </a:lvl2pPr>
            <a:lvl3pPr lvl="2" algn="ctr" rtl="0">
              <a:lnSpc>
                <a:spcPct val="100000"/>
              </a:lnSpc>
              <a:spcBef>
                <a:spcPts val="0"/>
              </a:spcBef>
              <a:spcAft>
                <a:spcPts val="0"/>
              </a:spcAft>
              <a:buSzPts val="1300"/>
              <a:buNone/>
              <a:defRPr sz="1300" i="1"/>
            </a:lvl3pPr>
            <a:lvl4pPr lvl="3" algn="ctr" rtl="0">
              <a:lnSpc>
                <a:spcPct val="100000"/>
              </a:lnSpc>
              <a:spcBef>
                <a:spcPts val="0"/>
              </a:spcBef>
              <a:spcAft>
                <a:spcPts val="0"/>
              </a:spcAft>
              <a:buSzPts val="1300"/>
              <a:buNone/>
              <a:defRPr sz="1300" i="1"/>
            </a:lvl4pPr>
            <a:lvl5pPr lvl="4" algn="ctr" rtl="0">
              <a:lnSpc>
                <a:spcPct val="100000"/>
              </a:lnSpc>
              <a:spcBef>
                <a:spcPts val="0"/>
              </a:spcBef>
              <a:spcAft>
                <a:spcPts val="0"/>
              </a:spcAft>
              <a:buSzPts val="1300"/>
              <a:buNone/>
              <a:defRPr sz="1300" i="1"/>
            </a:lvl5pPr>
            <a:lvl6pPr lvl="5" algn="ctr" rtl="0">
              <a:lnSpc>
                <a:spcPct val="100000"/>
              </a:lnSpc>
              <a:spcBef>
                <a:spcPts val="0"/>
              </a:spcBef>
              <a:spcAft>
                <a:spcPts val="0"/>
              </a:spcAft>
              <a:buSzPts val="1300"/>
              <a:buNone/>
              <a:defRPr sz="1300" i="1"/>
            </a:lvl6pPr>
            <a:lvl7pPr lvl="6" algn="ctr" rtl="0">
              <a:lnSpc>
                <a:spcPct val="100000"/>
              </a:lnSpc>
              <a:spcBef>
                <a:spcPts val="0"/>
              </a:spcBef>
              <a:spcAft>
                <a:spcPts val="0"/>
              </a:spcAft>
              <a:buSzPts val="1300"/>
              <a:buNone/>
              <a:defRPr sz="1300" i="1"/>
            </a:lvl7pPr>
            <a:lvl8pPr lvl="7" algn="ctr" rtl="0">
              <a:lnSpc>
                <a:spcPct val="100000"/>
              </a:lnSpc>
              <a:spcBef>
                <a:spcPts val="0"/>
              </a:spcBef>
              <a:spcAft>
                <a:spcPts val="0"/>
              </a:spcAft>
              <a:buSzPts val="1300"/>
              <a:buNone/>
              <a:defRPr sz="1300" i="1"/>
            </a:lvl8pPr>
            <a:lvl9pPr lvl="8" algn="ctr" rtl="0">
              <a:lnSpc>
                <a:spcPct val="100000"/>
              </a:lnSpc>
              <a:spcBef>
                <a:spcPts val="0"/>
              </a:spcBef>
              <a:spcAft>
                <a:spcPts val="0"/>
              </a:spcAft>
              <a:buSzPts val="1300"/>
              <a:buNone/>
              <a:defRPr sz="1300" i="1"/>
            </a:lvl9pPr>
          </a:lstStyle>
          <a:p>
            <a:endParaRPr/>
          </a:p>
        </p:txBody>
      </p:sp>
      <p:sp>
        <p:nvSpPr>
          <p:cNvPr id="102" name="Google Shape;102;p11"/>
          <p:cNvSpPr txBox="1">
            <a:spLocks noGrp="1"/>
          </p:cNvSpPr>
          <p:nvPr>
            <p:ph type="title" idx="6"/>
          </p:nvPr>
        </p:nvSpPr>
        <p:spPr>
          <a:xfrm>
            <a:off x="2252850" y="3972088"/>
            <a:ext cx="7686300" cy="686700"/>
          </a:xfrm>
          <a:prstGeom prst="rect">
            <a:avLst/>
          </a:prstGeom>
        </p:spPr>
        <p:txBody>
          <a:bodyPr spcFirstLastPara="1" wrap="square" lIns="121900" tIns="121900" rIns="121900" bIns="121900" anchor="t" anchorCtr="0">
            <a:norm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sp>
        <p:nvSpPr>
          <p:cNvPr id="103" name="Google Shape;103;p11"/>
          <p:cNvSpPr txBox="1">
            <a:spLocks noGrp="1"/>
          </p:cNvSpPr>
          <p:nvPr>
            <p:ph type="subTitle" idx="7"/>
          </p:nvPr>
        </p:nvSpPr>
        <p:spPr>
          <a:xfrm>
            <a:off x="3124958" y="3514588"/>
            <a:ext cx="5942100" cy="457500"/>
          </a:xfrm>
          <a:prstGeom prst="rect">
            <a:avLst/>
          </a:prstGeom>
        </p:spPr>
        <p:txBody>
          <a:bodyPr spcFirstLastPara="1" wrap="square" lIns="121900" tIns="121900" rIns="121900" bIns="121900" anchor="t" anchorCtr="0">
            <a:normAutofit/>
          </a:bodyPr>
          <a:lstStyle>
            <a:lvl1pPr lvl="0" algn="ctr" rtl="0">
              <a:lnSpc>
                <a:spcPct val="100000"/>
              </a:lnSpc>
              <a:spcBef>
                <a:spcPts val="0"/>
              </a:spcBef>
              <a:spcAft>
                <a:spcPts val="0"/>
              </a:spcAft>
              <a:buSzPts val="1300"/>
              <a:buNone/>
              <a:defRPr sz="1700"/>
            </a:lvl1pPr>
            <a:lvl2pPr lvl="1" algn="ctr" rtl="0">
              <a:lnSpc>
                <a:spcPct val="100000"/>
              </a:lnSpc>
              <a:spcBef>
                <a:spcPts val="0"/>
              </a:spcBef>
              <a:spcAft>
                <a:spcPts val="0"/>
              </a:spcAft>
              <a:buSzPts val="1300"/>
              <a:buNone/>
              <a:defRPr sz="1300"/>
            </a:lvl2pPr>
            <a:lvl3pPr lvl="2" algn="ctr" rtl="0">
              <a:lnSpc>
                <a:spcPct val="100000"/>
              </a:lnSpc>
              <a:spcBef>
                <a:spcPts val="0"/>
              </a:spcBef>
              <a:spcAft>
                <a:spcPts val="0"/>
              </a:spcAft>
              <a:buSzPts val="1300"/>
              <a:buNone/>
              <a:defRPr sz="1300"/>
            </a:lvl3pPr>
            <a:lvl4pPr lvl="3" algn="ctr" rtl="0">
              <a:lnSpc>
                <a:spcPct val="100000"/>
              </a:lnSpc>
              <a:spcBef>
                <a:spcPts val="0"/>
              </a:spcBef>
              <a:spcAft>
                <a:spcPts val="0"/>
              </a:spcAft>
              <a:buSzPts val="1300"/>
              <a:buNone/>
              <a:defRPr sz="1300"/>
            </a:lvl4pPr>
            <a:lvl5pPr lvl="4" algn="ctr" rtl="0">
              <a:lnSpc>
                <a:spcPct val="100000"/>
              </a:lnSpc>
              <a:spcBef>
                <a:spcPts val="0"/>
              </a:spcBef>
              <a:spcAft>
                <a:spcPts val="0"/>
              </a:spcAft>
              <a:buSzPts val="1300"/>
              <a:buNone/>
              <a:defRPr sz="1300"/>
            </a:lvl5pPr>
            <a:lvl6pPr lvl="5" algn="ctr" rtl="0">
              <a:lnSpc>
                <a:spcPct val="100000"/>
              </a:lnSpc>
              <a:spcBef>
                <a:spcPts val="0"/>
              </a:spcBef>
              <a:spcAft>
                <a:spcPts val="0"/>
              </a:spcAft>
              <a:buSzPts val="1300"/>
              <a:buNone/>
              <a:defRPr sz="1300"/>
            </a:lvl6pPr>
            <a:lvl7pPr lvl="6" algn="ctr" rtl="0">
              <a:lnSpc>
                <a:spcPct val="100000"/>
              </a:lnSpc>
              <a:spcBef>
                <a:spcPts val="0"/>
              </a:spcBef>
              <a:spcAft>
                <a:spcPts val="0"/>
              </a:spcAft>
              <a:buSzPts val="1300"/>
              <a:buNone/>
              <a:defRPr sz="1300"/>
            </a:lvl7pPr>
            <a:lvl8pPr lvl="7" algn="ctr" rtl="0">
              <a:lnSpc>
                <a:spcPct val="100000"/>
              </a:lnSpc>
              <a:spcBef>
                <a:spcPts val="0"/>
              </a:spcBef>
              <a:spcAft>
                <a:spcPts val="0"/>
              </a:spcAft>
              <a:buSzPts val="1300"/>
              <a:buNone/>
              <a:defRPr sz="1300"/>
            </a:lvl8pPr>
            <a:lvl9pPr lvl="8" algn="ctr" rtl="0">
              <a:lnSpc>
                <a:spcPct val="100000"/>
              </a:lnSpc>
              <a:spcBef>
                <a:spcPts val="0"/>
              </a:spcBef>
              <a:spcAft>
                <a:spcPts val="0"/>
              </a:spcAft>
              <a:buSzPts val="1300"/>
              <a:buNone/>
              <a:defRPr sz="1300"/>
            </a:lvl9pPr>
          </a:lstStyle>
          <a:p>
            <a:endParaRPr/>
          </a:p>
        </p:txBody>
      </p:sp>
      <p:sp>
        <p:nvSpPr>
          <p:cNvPr id="104" name="Google Shape;104;p11"/>
          <p:cNvSpPr txBox="1">
            <a:spLocks noGrp="1"/>
          </p:cNvSpPr>
          <p:nvPr>
            <p:ph type="subTitle" idx="8"/>
          </p:nvPr>
        </p:nvSpPr>
        <p:spPr>
          <a:xfrm>
            <a:off x="1783800" y="2538013"/>
            <a:ext cx="8624400" cy="763500"/>
          </a:xfrm>
          <a:prstGeom prst="rect">
            <a:avLst/>
          </a:prstGeom>
        </p:spPr>
        <p:txBody>
          <a:bodyPr spcFirstLastPara="1" wrap="square" lIns="121900" tIns="121900" rIns="121900" bIns="121900" anchor="t" anchorCtr="0">
            <a:normAutofit/>
          </a:bodyPr>
          <a:lstStyle>
            <a:lvl1pPr lvl="0" algn="ctr" rtl="0">
              <a:lnSpc>
                <a:spcPct val="80000"/>
              </a:lnSpc>
              <a:spcBef>
                <a:spcPts val="0"/>
              </a:spcBef>
              <a:spcAft>
                <a:spcPts val="0"/>
              </a:spcAft>
              <a:buSzPts val="4800"/>
              <a:buNone/>
              <a:defRPr sz="5500"/>
            </a:lvl1pPr>
            <a:lvl2pPr lvl="1" algn="ctr" rtl="0">
              <a:lnSpc>
                <a:spcPct val="100000"/>
              </a:lnSpc>
              <a:spcBef>
                <a:spcPts val="0"/>
              </a:spcBef>
              <a:spcAft>
                <a:spcPts val="0"/>
              </a:spcAft>
              <a:buSzPts val="4800"/>
              <a:buNone/>
              <a:defRPr sz="4800"/>
            </a:lvl2pPr>
            <a:lvl3pPr lvl="2" algn="ctr" rtl="0">
              <a:lnSpc>
                <a:spcPct val="100000"/>
              </a:lnSpc>
              <a:spcBef>
                <a:spcPts val="0"/>
              </a:spcBef>
              <a:spcAft>
                <a:spcPts val="0"/>
              </a:spcAft>
              <a:buSzPts val="4800"/>
              <a:buNone/>
              <a:defRPr sz="4800"/>
            </a:lvl3pPr>
            <a:lvl4pPr lvl="3" algn="ctr" rtl="0">
              <a:lnSpc>
                <a:spcPct val="100000"/>
              </a:lnSpc>
              <a:spcBef>
                <a:spcPts val="0"/>
              </a:spcBef>
              <a:spcAft>
                <a:spcPts val="0"/>
              </a:spcAft>
              <a:buSzPts val="4800"/>
              <a:buNone/>
              <a:defRPr sz="4800"/>
            </a:lvl4pPr>
            <a:lvl5pPr lvl="4" algn="ctr" rtl="0">
              <a:lnSpc>
                <a:spcPct val="100000"/>
              </a:lnSpc>
              <a:spcBef>
                <a:spcPts val="0"/>
              </a:spcBef>
              <a:spcAft>
                <a:spcPts val="0"/>
              </a:spcAft>
              <a:buSzPts val="4800"/>
              <a:buNone/>
              <a:defRPr sz="4800"/>
            </a:lvl5pPr>
            <a:lvl6pPr lvl="5" algn="ctr" rtl="0">
              <a:lnSpc>
                <a:spcPct val="100000"/>
              </a:lnSpc>
              <a:spcBef>
                <a:spcPts val="0"/>
              </a:spcBef>
              <a:spcAft>
                <a:spcPts val="0"/>
              </a:spcAft>
              <a:buSzPts val="4800"/>
              <a:buNone/>
              <a:defRPr sz="4800"/>
            </a:lvl6pPr>
            <a:lvl7pPr lvl="6" algn="ctr" rtl="0">
              <a:lnSpc>
                <a:spcPct val="100000"/>
              </a:lnSpc>
              <a:spcBef>
                <a:spcPts val="0"/>
              </a:spcBef>
              <a:spcAft>
                <a:spcPts val="0"/>
              </a:spcAft>
              <a:buSzPts val="4800"/>
              <a:buNone/>
              <a:defRPr sz="4800"/>
            </a:lvl7pPr>
            <a:lvl8pPr lvl="7" algn="ctr" rtl="0">
              <a:lnSpc>
                <a:spcPct val="100000"/>
              </a:lnSpc>
              <a:spcBef>
                <a:spcPts val="0"/>
              </a:spcBef>
              <a:spcAft>
                <a:spcPts val="0"/>
              </a:spcAft>
              <a:buSzPts val="4800"/>
              <a:buNone/>
              <a:defRPr sz="4800"/>
            </a:lvl8pPr>
            <a:lvl9pPr lvl="8" algn="ctr" rtl="0">
              <a:lnSpc>
                <a:spcPct val="100000"/>
              </a:lnSpc>
              <a:spcBef>
                <a:spcPts val="0"/>
              </a:spcBef>
              <a:spcAft>
                <a:spcPts val="0"/>
              </a:spcAft>
              <a:buSzPts val="4800"/>
              <a:buNone/>
              <a:defRPr sz="4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0"/>
        <p:cNvGrpSpPr/>
        <p:nvPr/>
      </p:nvGrpSpPr>
      <p:grpSpPr>
        <a:xfrm>
          <a:off x="0" y="0"/>
          <a:ext cx="0" cy="0"/>
          <a:chOff x="0" y="0"/>
          <a:chExt cx="0" cy="0"/>
        </a:xfrm>
      </p:grpSpPr>
      <p:sp>
        <p:nvSpPr>
          <p:cNvPr id="121" name="Google Shape;121;p13"/>
          <p:cNvSpPr txBox="1">
            <a:spLocks noGrp="1"/>
          </p:cNvSpPr>
          <p:nvPr>
            <p:ph type="title"/>
          </p:nvPr>
        </p:nvSpPr>
        <p:spPr>
          <a:xfrm>
            <a:off x="415650" y="389867"/>
            <a:ext cx="11360700" cy="763500"/>
          </a:xfrm>
          <a:prstGeom prst="rect">
            <a:avLst/>
          </a:prstGeom>
          <a:solidFill>
            <a:schemeClr val="dk1"/>
          </a:solidFill>
        </p:spPr>
        <p:txBody>
          <a:bodyPr spcFirstLastPara="1" wrap="square" lIns="121900" tIns="121900" rIns="121900" bIns="121900" anchor="t" anchorCtr="0">
            <a:normAutofit/>
          </a:bodyPr>
          <a:lstStyle>
            <a:lvl1pPr lvl="0" algn="ctr">
              <a:spcBef>
                <a:spcPts val="0"/>
              </a:spcBef>
              <a:spcAft>
                <a:spcPts val="0"/>
              </a:spcAft>
              <a:buSzPts val="3600"/>
              <a:buNone/>
              <a:defRPr sz="3640">
                <a:solidFill>
                  <a:schemeClr val="lt1"/>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22" name="Google Shape;122;p1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145"/>
        <p:cNvGrpSpPr/>
        <p:nvPr/>
      </p:nvGrpSpPr>
      <p:grpSpPr>
        <a:xfrm>
          <a:off x="0" y="0"/>
          <a:ext cx="0" cy="0"/>
          <a:chOff x="0" y="0"/>
          <a:chExt cx="0" cy="0"/>
        </a:xfrm>
      </p:grpSpPr>
      <p:sp>
        <p:nvSpPr>
          <p:cNvPr id="146" name="Google Shape;146;p18"/>
          <p:cNvSpPr/>
          <p:nvPr/>
        </p:nvSpPr>
        <p:spPr>
          <a:xfrm>
            <a:off x="437850" y="384825"/>
            <a:ext cx="11316300" cy="5628600"/>
          </a:xfrm>
          <a:prstGeom prst="rect">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b="1">
              <a:latin typeface="Poppins"/>
              <a:ea typeface="Poppins"/>
              <a:cs typeface="Poppins"/>
              <a:sym typeface="Poppins"/>
            </a:endParaRPr>
          </a:p>
        </p:txBody>
      </p:sp>
      <p:sp>
        <p:nvSpPr>
          <p:cNvPr id="147" name="Google Shape;147;p18"/>
          <p:cNvSpPr txBox="1">
            <a:spLocks noGrp="1"/>
          </p:cNvSpPr>
          <p:nvPr>
            <p:ph type="title"/>
          </p:nvPr>
        </p:nvSpPr>
        <p:spPr>
          <a:xfrm>
            <a:off x="1034675" y="396825"/>
            <a:ext cx="8490300" cy="5581500"/>
          </a:xfrm>
          <a:prstGeom prst="rect">
            <a:avLst/>
          </a:prstGeom>
        </p:spPr>
        <p:txBody>
          <a:bodyPr spcFirstLastPara="1" wrap="square" lIns="121900" tIns="121900" rIns="121900" bIns="121900" anchor="ctr" anchorCtr="0">
            <a:normAutofit/>
          </a:bodyPr>
          <a:lstStyle>
            <a:lvl1pPr lvl="0" rtl="0">
              <a:spcBef>
                <a:spcPts val="0"/>
              </a:spcBef>
              <a:spcAft>
                <a:spcPts val="0"/>
              </a:spcAft>
              <a:buSzPts val="6400"/>
              <a:buNone/>
              <a:defRPr sz="120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a:endParaRPr/>
          </a:p>
        </p:txBody>
      </p:sp>
      <p:sp>
        <p:nvSpPr>
          <p:cNvPr id="148" name="Google Shape;148;p1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600"/>
              <a:buFont typeface="Poppins"/>
              <a:buNone/>
              <a:defRPr sz="3600" b="1">
                <a:solidFill>
                  <a:schemeClr val="dk1"/>
                </a:solidFill>
                <a:latin typeface="Poppins"/>
                <a:ea typeface="Poppins"/>
                <a:cs typeface="Poppins"/>
                <a:sym typeface="Poppins"/>
              </a:defRPr>
            </a:lvl1pPr>
            <a:lvl2pPr lvl="1">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2pPr>
            <a:lvl3pPr lvl="2">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3pPr>
            <a:lvl4pPr lvl="3">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4pPr>
            <a:lvl5pPr lvl="4">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5pPr>
            <a:lvl6pPr lvl="5">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6pPr>
            <a:lvl7pPr lvl="6">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7pPr>
            <a:lvl8pPr lvl="7">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8pPr>
            <a:lvl9pPr lvl="8">
              <a:spcBef>
                <a:spcPts val="0"/>
              </a:spcBef>
              <a:spcAft>
                <a:spcPts val="0"/>
              </a:spcAft>
              <a:buClr>
                <a:schemeClr val="dk1"/>
              </a:buClr>
              <a:buSzPts val="3600"/>
              <a:buFont typeface="Didact Gothic"/>
              <a:buNone/>
              <a:defRPr sz="3600" b="1">
                <a:solidFill>
                  <a:schemeClr val="dk1"/>
                </a:solidFill>
                <a:latin typeface="Didact Gothic"/>
                <a:ea typeface="Didact Gothic"/>
                <a:cs typeface="Didact Gothic"/>
                <a:sym typeface="Didact Gothic"/>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1pPr>
            <a:lvl2pPr marL="914400" lvl="1"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2pPr>
            <a:lvl3pPr marL="1371600" lvl="2"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3pPr>
            <a:lvl4pPr marL="1828800" lvl="3"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4pPr>
            <a:lvl5pPr marL="2286000" lvl="4"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5pPr>
            <a:lvl6pPr marL="2743200" lvl="5"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6pPr>
            <a:lvl7pPr marL="3200400" lvl="6"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7pPr>
            <a:lvl8pPr marL="3657600" lvl="7"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8pPr>
            <a:lvl9pPr marL="4114800" lvl="8" indent="-330200">
              <a:lnSpc>
                <a:spcPct val="115000"/>
              </a:lnSpc>
              <a:spcBef>
                <a:spcPts val="0"/>
              </a:spcBef>
              <a:spcAft>
                <a:spcPts val="0"/>
              </a:spcAft>
              <a:buClr>
                <a:schemeClr val="dk2"/>
              </a:buClr>
              <a:buSzPts val="1600"/>
              <a:buFont typeface="Poppins Light"/>
              <a:buChar char="■"/>
              <a:defRPr sz="1600">
                <a:solidFill>
                  <a:schemeClr val="dk2"/>
                </a:solidFill>
                <a:latin typeface="Poppins Light"/>
                <a:ea typeface="Poppins Light"/>
                <a:cs typeface="Poppins Light"/>
                <a:sym typeface="Poppins Light"/>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rot="5400000">
            <a:off x="-462658" y="6119355"/>
            <a:ext cx="1131345" cy="114589"/>
          </a:xfrm>
          <a:custGeom>
            <a:avLst/>
            <a:gdLst/>
            <a:ahLst/>
            <a:cxnLst/>
            <a:rect l="l" t="t" r="r" b="b"/>
            <a:pathLst>
              <a:path w="919793" h="87640" extrusionOk="0">
                <a:moveTo>
                  <a:pt x="657321" y="73442"/>
                </a:moveTo>
                <a:cubicBezTo>
                  <a:pt x="659149" y="73404"/>
                  <a:pt x="660912" y="74128"/>
                  <a:pt x="662179" y="75442"/>
                </a:cubicBezTo>
                <a:cubicBezTo>
                  <a:pt x="663493" y="76709"/>
                  <a:pt x="664217" y="78471"/>
                  <a:pt x="664179" y="80300"/>
                </a:cubicBezTo>
                <a:cubicBezTo>
                  <a:pt x="664198" y="82148"/>
                  <a:pt x="663474" y="83939"/>
                  <a:pt x="662179" y="85253"/>
                </a:cubicBezTo>
                <a:cubicBezTo>
                  <a:pt x="660912" y="86568"/>
                  <a:pt x="659149" y="87291"/>
                  <a:pt x="657321" y="87253"/>
                </a:cubicBezTo>
                <a:cubicBezTo>
                  <a:pt x="655492" y="87291"/>
                  <a:pt x="653730" y="86568"/>
                  <a:pt x="652463" y="85253"/>
                </a:cubicBezTo>
                <a:cubicBezTo>
                  <a:pt x="651168" y="83939"/>
                  <a:pt x="650444" y="82148"/>
                  <a:pt x="650463" y="80300"/>
                </a:cubicBezTo>
                <a:cubicBezTo>
                  <a:pt x="650425" y="78471"/>
                  <a:pt x="651149" y="76709"/>
                  <a:pt x="652463" y="75442"/>
                </a:cubicBezTo>
                <a:cubicBezTo>
                  <a:pt x="653730" y="74128"/>
                  <a:pt x="655492" y="73404"/>
                  <a:pt x="657321" y="73442"/>
                </a:cubicBezTo>
                <a:close/>
                <a:moveTo>
                  <a:pt x="783051" y="31056"/>
                </a:moveTo>
                <a:cubicBezTo>
                  <a:pt x="776688" y="30989"/>
                  <a:pt x="770602" y="33618"/>
                  <a:pt x="766287" y="38295"/>
                </a:cubicBezTo>
                <a:cubicBezTo>
                  <a:pt x="761677" y="42876"/>
                  <a:pt x="759134" y="49134"/>
                  <a:pt x="759238" y="55630"/>
                </a:cubicBezTo>
                <a:cubicBezTo>
                  <a:pt x="759229" y="59935"/>
                  <a:pt x="760343" y="64174"/>
                  <a:pt x="762477" y="67917"/>
                </a:cubicBezTo>
                <a:cubicBezTo>
                  <a:pt x="764468" y="71632"/>
                  <a:pt x="767468" y="74709"/>
                  <a:pt x="771144" y="76776"/>
                </a:cubicBezTo>
                <a:cubicBezTo>
                  <a:pt x="774783" y="78804"/>
                  <a:pt x="778888" y="79852"/>
                  <a:pt x="783051" y="79824"/>
                </a:cubicBezTo>
                <a:cubicBezTo>
                  <a:pt x="787213" y="79843"/>
                  <a:pt x="791319" y="78795"/>
                  <a:pt x="794957" y="76776"/>
                </a:cubicBezTo>
                <a:cubicBezTo>
                  <a:pt x="798586" y="74652"/>
                  <a:pt x="801587" y="71594"/>
                  <a:pt x="803625" y="67917"/>
                </a:cubicBezTo>
                <a:cubicBezTo>
                  <a:pt x="805730" y="64165"/>
                  <a:pt x="806816" y="59926"/>
                  <a:pt x="806768" y="55630"/>
                </a:cubicBezTo>
                <a:cubicBezTo>
                  <a:pt x="806873" y="49134"/>
                  <a:pt x="804330" y="42876"/>
                  <a:pt x="799719" y="38295"/>
                </a:cubicBezTo>
                <a:cubicBezTo>
                  <a:pt x="795452" y="33608"/>
                  <a:pt x="789385" y="30979"/>
                  <a:pt x="783051" y="31056"/>
                </a:cubicBezTo>
                <a:close/>
                <a:moveTo>
                  <a:pt x="124778" y="30960"/>
                </a:moveTo>
                <a:cubicBezTo>
                  <a:pt x="120558" y="30922"/>
                  <a:pt x="116405" y="32046"/>
                  <a:pt x="112776" y="34198"/>
                </a:cubicBezTo>
                <a:cubicBezTo>
                  <a:pt x="109090" y="36332"/>
                  <a:pt x="106061" y="39428"/>
                  <a:pt x="104013" y="43152"/>
                </a:cubicBezTo>
                <a:cubicBezTo>
                  <a:pt x="101851" y="46886"/>
                  <a:pt x="100708" y="51124"/>
                  <a:pt x="100680" y="55439"/>
                </a:cubicBezTo>
                <a:cubicBezTo>
                  <a:pt x="100708" y="59754"/>
                  <a:pt x="101851" y="63993"/>
                  <a:pt x="104013" y="67726"/>
                </a:cubicBezTo>
                <a:cubicBezTo>
                  <a:pt x="106099" y="71489"/>
                  <a:pt x="109157" y="74613"/>
                  <a:pt x="112872" y="76775"/>
                </a:cubicBezTo>
                <a:cubicBezTo>
                  <a:pt x="116462" y="78956"/>
                  <a:pt x="120577" y="80109"/>
                  <a:pt x="124778" y="80109"/>
                </a:cubicBezTo>
                <a:cubicBezTo>
                  <a:pt x="129017" y="80080"/>
                  <a:pt x="133188" y="78966"/>
                  <a:pt x="136875" y="76870"/>
                </a:cubicBezTo>
                <a:cubicBezTo>
                  <a:pt x="140580" y="74822"/>
                  <a:pt x="143638" y="71784"/>
                  <a:pt x="145733" y="68107"/>
                </a:cubicBezTo>
                <a:cubicBezTo>
                  <a:pt x="147857" y="64297"/>
                  <a:pt x="148943" y="59992"/>
                  <a:pt x="148876" y="55630"/>
                </a:cubicBezTo>
                <a:cubicBezTo>
                  <a:pt x="149019" y="49057"/>
                  <a:pt x="146514" y="42714"/>
                  <a:pt x="141923" y="38008"/>
                </a:cubicBezTo>
                <a:cubicBezTo>
                  <a:pt x="137513" y="33484"/>
                  <a:pt x="131474" y="30950"/>
                  <a:pt x="125159" y="30960"/>
                </a:cubicBezTo>
                <a:close/>
                <a:moveTo>
                  <a:pt x="202407" y="30865"/>
                </a:moveTo>
                <a:cubicBezTo>
                  <a:pt x="196739" y="30751"/>
                  <a:pt x="191243" y="32836"/>
                  <a:pt x="187072" y="36675"/>
                </a:cubicBezTo>
                <a:cubicBezTo>
                  <a:pt x="183538" y="40104"/>
                  <a:pt x="181061" y="44467"/>
                  <a:pt x="179928" y="49248"/>
                </a:cubicBezTo>
                <a:lnTo>
                  <a:pt x="225267" y="49248"/>
                </a:lnTo>
                <a:cubicBezTo>
                  <a:pt x="224486" y="45619"/>
                  <a:pt x="222923" y="42209"/>
                  <a:pt x="220695" y="39247"/>
                </a:cubicBezTo>
                <a:cubicBezTo>
                  <a:pt x="218580" y="36618"/>
                  <a:pt x="215875" y="34522"/>
                  <a:pt x="212789" y="33151"/>
                </a:cubicBezTo>
                <a:cubicBezTo>
                  <a:pt x="209541" y="31636"/>
                  <a:pt x="205988" y="30865"/>
                  <a:pt x="202407" y="30865"/>
                </a:cubicBezTo>
                <a:close/>
                <a:moveTo>
                  <a:pt x="599885" y="30675"/>
                </a:moveTo>
                <a:cubicBezTo>
                  <a:pt x="595665" y="30637"/>
                  <a:pt x="591512" y="31761"/>
                  <a:pt x="587883" y="33914"/>
                </a:cubicBezTo>
                <a:cubicBezTo>
                  <a:pt x="584197" y="36047"/>
                  <a:pt x="581168" y="39143"/>
                  <a:pt x="579120" y="42867"/>
                </a:cubicBezTo>
                <a:cubicBezTo>
                  <a:pt x="576958" y="46601"/>
                  <a:pt x="575815" y="50839"/>
                  <a:pt x="575787" y="55154"/>
                </a:cubicBezTo>
                <a:cubicBezTo>
                  <a:pt x="575815" y="59469"/>
                  <a:pt x="576958" y="63708"/>
                  <a:pt x="579120" y="67442"/>
                </a:cubicBezTo>
                <a:cubicBezTo>
                  <a:pt x="581206" y="71204"/>
                  <a:pt x="584264" y="74328"/>
                  <a:pt x="587979" y="76490"/>
                </a:cubicBezTo>
                <a:cubicBezTo>
                  <a:pt x="591569" y="78672"/>
                  <a:pt x="595684" y="79824"/>
                  <a:pt x="599885" y="79824"/>
                </a:cubicBezTo>
                <a:cubicBezTo>
                  <a:pt x="604124" y="79796"/>
                  <a:pt x="608295" y="78681"/>
                  <a:pt x="611982" y="76586"/>
                </a:cubicBezTo>
                <a:cubicBezTo>
                  <a:pt x="615658" y="74509"/>
                  <a:pt x="618725" y="71480"/>
                  <a:pt x="620840" y="67823"/>
                </a:cubicBezTo>
                <a:cubicBezTo>
                  <a:pt x="622964" y="64013"/>
                  <a:pt x="624050" y="59707"/>
                  <a:pt x="623983" y="55345"/>
                </a:cubicBezTo>
                <a:cubicBezTo>
                  <a:pt x="624126" y="48773"/>
                  <a:pt x="621621" y="42429"/>
                  <a:pt x="617030" y="37724"/>
                </a:cubicBezTo>
                <a:cubicBezTo>
                  <a:pt x="612486" y="33209"/>
                  <a:pt x="606286" y="30770"/>
                  <a:pt x="599885" y="30961"/>
                </a:cubicBezTo>
                <a:close/>
                <a:moveTo>
                  <a:pt x="429673" y="30675"/>
                </a:moveTo>
                <a:cubicBezTo>
                  <a:pt x="425425" y="30627"/>
                  <a:pt x="421234" y="31751"/>
                  <a:pt x="417576" y="33913"/>
                </a:cubicBezTo>
                <a:cubicBezTo>
                  <a:pt x="413890" y="36047"/>
                  <a:pt x="410861" y="39142"/>
                  <a:pt x="408813" y="42867"/>
                </a:cubicBezTo>
                <a:cubicBezTo>
                  <a:pt x="406680" y="46610"/>
                  <a:pt x="405565" y="50848"/>
                  <a:pt x="405575" y="55154"/>
                </a:cubicBezTo>
                <a:cubicBezTo>
                  <a:pt x="405565" y="59459"/>
                  <a:pt x="406680" y="63698"/>
                  <a:pt x="408813" y="67441"/>
                </a:cubicBezTo>
                <a:cubicBezTo>
                  <a:pt x="410899" y="71203"/>
                  <a:pt x="413957" y="74328"/>
                  <a:pt x="417672" y="76490"/>
                </a:cubicBezTo>
                <a:cubicBezTo>
                  <a:pt x="421262" y="78671"/>
                  <a:pt x="425377" y="79823"/>
                  <a:pt x="429578" y="79823"/>
                </a:cubicBezTo>
                <a:cubicBezTo>
                  <a:pt x="433855" y="79785"/>
                  <a:pt x="438046" y="78671"/>
                  <a:pt x="441770" y="76585"/>
                </a:cubicBezTo>
                <a:cubicBezTo>
                  <a:pt x="445446" y="74528"/>
                  <a:pt x="448476" y="71499"/>
                  <a:pt x="450533" y="67822"/>
                </a:cubicBezTo>
                <a:cubicBezTo>
                  <a:pt x="452667" y="64012"/>
                  <a:pt x="453743" y="59707"/>
                  <a:pt x="453676" y="55344"/>
                </a:cubicBezTo>
                <a:cubicBezTo>
                  <a:pt x="453819" y="48772"/>
                  <a:pt x="451314" y="42428"/>
                  <a:pt x="446723" y="37723"/>
                </a:cubicBezTo>
                <a:cubicBezTo>
                  <a:pt x="442122" y="33122"/>
                  <a:pt x="435798" y="30665"/>
                  <a:pt x="429292" y="30960"/>
                </a:cubicBezTo>
                <a:close/>
                <a:moveTo>
                  <a:pt x="71723" y="24959"/>
                </a:moveTo>
                <a:lnTo>
                  <a:pt x="79819" y="24959"/>
                </a:lnTo>
                <a:lnTo>
                  <a:pt x="79819" y="85729"/>
                </a:lnTo>
                <a:lnTo>
                  <a:pt x="72009" y="85729"/>
                </a:lnTo>
                <a:close/>
                <a:moveTo>
                  <a:pt x="546544" y="24674"/>
                </a:moveTo>
                <a:lnTo>
                  <a:pt x="554355" y="24674"/>
                </a:lnTo>
                <a:lnTo>
                  <a:pt x="554355" y="85443"/>
                </a:lnTo>
                <a:lnTo>
                  <a:pt x="546544" y="85443"/>
                </a:lnTo>
                <a:close/>
                <a:moveTo>
                  <a:pt x="202311" y="23626"/>
                </a:moveTo>
                <a:cubicBezTo>
                  <a:pt x="211979" y="23283"/>
                  <a:pt x="221209" y="27655"/>
                  <a:pt x="227076" y="35342"/>
                </a:cubicBezTo>
                <a:cubicBezTo>
                  <a:pt x="231639" y="41285"/>
                  <a:pt x="234030" y="48620"/>
                  <a:pt x="233839" y="56106"/>
                </a:cubicBezTo>
                <a:lnTo>
                  <a:pt x="179166" y="56106"/>
                </a:lnTo>
                <a:cubicBezTo>
                  <a:pt x="179080" y="62545"/>
                  <a:pt x="181509" y="68765"/>
                  <a:pt x="185929" y="73442"/>
                </a:cubicBezTo>
                <a:cubicBezTo>
                  <a:pt x="190100" y="77937"/>
                  <a:pt x="195987" y="80433"/>
                  <a:pt x="202121" y="80300"/>
                </a:cubicBezTo>
                <a:cubicBezTo>
                  <a:pt x="205179" y="80290"/>
                  <a:pt x="208207" y="79738"/>
                  <a:pt x="211074" y="78680"/>
                </a:cubicBezTo>
                <a:cubicBezTo>
                  <a:pt x="213799" y="77661"/>
                  <a:pt x="216332" y="76213"/>
                  <a:pt x="218599" y="74394"/>
                </a:cubicBezTo>
                <a:cubicBezTo>
                  <a:pt x="221238" y="71784"/>
                  <a:pt x="223486" y="68793"/>
                  <a:pt x="225267" y="65536"/>
                </a:cubicBezTo>
                <a:lnTo>
                  <a:pt x="231839" y="69060"/>
                </a:lnTo>
                <a:cubicBezTo>
                  <a:pt x="229953" y="72880"/>
                  <a:pt x="227410" y="76328"/>
                  <a:pt x="224314" y="79252"/>
                </a:cubicBezTo>
                <a:cubicBezTo>
                  <a:pt x="221542" y="81824"/>
                  <a:pt x="218314" y="83862"/>
                  <a:pt x="214789" y="85253"/>
                </a:cubicBezTo>
                <a:cubicBezTo>
                  <a:pt x="210941" y="86643"/>
                  <a:pt x="206874" y="87320"/>
                  <a:pt x="202788" y="87253"/>
                </a:cubicBezTo>
                <a:cubicBezTo>
                  <a:pt x="193987" y="87834"/>
                  <a:pt x="185405" y="84319"/>
                  <a:pt x="179547" y="77728"/>
                </a:cubicBezTo>
                <a:cubicBezTo>
                  <a:pt x="174108" y="71699"/>
                  <a:pt x="171117" y="63850"/>
                  <a:pt x="171165" y="55725"/>
                </a:cubicBezTo>
                <a:cubicBezTo>
                  <a:pt x="171098" y="48267"/>
                  <a:pt x="173584" y="41000"/>
                  <a:pt x="178213" y="35151"/>
                </a:cubicBezTo>
                <a:cubicBezTo>
                  <a:pt x="183842" y="27560"/>
                  <a:pt x="192863" y="23245"/>
                  <a:pt x="202311" y="23626"/>
                </a:cubicBezTo>
                <a:close/>
                <a:moveTo>
                  <a:pt x="783051" y="23436"/>
                </a:moveTo>
                <a:cubicBezTo>
                  <a:pt x="791909" y="23207"/>
                  <a:pt x="800415" y="26903"/>
                  <a:pt x="806292" y="33532"/>
                </a:cubicBezTo>
                <a:cubicBezTo>
                  <a:pt x="811816" y="39514"/>
                  <a:pt x="814817" y="47391"/>
                  <a:pt x="814674" y="55535"/>
                </a:cubicBezTo>
                <a:cubicBezTo>
                  <a:pt x="814760" y="63812"/>
                  <a:pt x="811578" y="71785"/>
                  <a:pt x="805816" y="77728"/>
                </a:cubicBezTo>
                <a:cubicBezTo>
                  <a:pt x="799977" y="84062"/>
                  <a:pt x="791662" y="87539"/>
                  <a:pt x="783051" y="87253"/>
                </a:cubicBezTo>
                <a:cubicBezTo>
                  <a:pt x="774412" y="87558"/>
                  <a:pt x="766058" y="84081"/>
                  <a:pt x="760191" y="77728"/>
                </a:cubicBezTo>
                <a:cubicBezTo>
                  <a:pt x="754428" y="71785"/>
                  <a:pt x="751247" y="63812"/>
                  <a:pt x="751333" y="55535"/>
                </a:cubicBezTo>
                <a:cubicBezTo>
                  <a:pt x="751237" y="47429"/>
                  <a:pt x="754228" y="39600"/>
                  <a:pt x="759715" y="33627"/>
                </a:cubicBezTo>
                <a:cubicBezTo>
                  <a:pt x="765620" y="26969"/>
                  <a:pt x="774154" y="23236"/>
                  <a:pt x="783051" y="23436"/>
                </a:cubicBezTo>
                <a:close/>
                <a:moveTo>
                  <a:pt x="711804" y="23436"/>
                </a:moveTo>
                <a:cubicBezTo>
                  <a:pt x="715747" y="23407"/>
                  <a:pt x="719671" y="24017"/>
                  <a:pt x="723424" y="25246"/>
                </a:cubicBezTo>
                <a:cubicBezTo>
                  <a:pt x="726853" y="26322"/>
                  <a:pt x="730072" y="27960"/>
                  <a:pt x="732949" y="30103"/>
                </a:cubicBezTo>
                <a:cubicBezTo>
                  <a:pt x="735540" y="32170"/>
                  <a:pt x="737712" y="34732"/>
                  <a:pt x="739331" y="37628"/>
                </a:cubicBezTo>
                <a:lnTo>
                  <a:pt x="733139" y="41438"/>
                </a:lnTo>
                <a:cubicBezTo>
                  <a:pt x="728063" y="34466"/>
                  <a:pt x="719852" y="30475"/>
                  <a:pt x="711232" y="30770"/>
                </a:cubicBezTo>
                <a:cubicBezTo>
                  <a:pt x="704364" y="30570"/>
                  <a:pt x="697697" y="33142"/>
                  <a:pt x="692754" y="37914"/>
                </a:cubicBezTo>
                <a:cubicBezTo>
                  <a:pt x="687991" y="42410"/>
                  <a:pt x="685334" y="48696"/>
                  <a:pt x="685419" y="55249"/>
                </a:cubicBezTo>
                <a:cubicBezTo>
                  <a:pt x="685400" y="59640"/>
                  <a:pt x="686591" y="63955"/>
                  <a:pt x="688848" y="67727"/>
                </a:cubicBezTo>
                <a:cubicBezTo>
                  <a:pt x="691039" y="71756"/>
                  <a:pt x="694344" y="75061"/>
                  <a:pt x="698373" y="77252"/>
                </a:cubicBezTo>
                <a:cubicBezTo>
                  <a:pt x="702412" y="79414"/>
                  <a:pt x="706936" y="80529"/>
                  <a:pt x="711518" y="80491"/>
                </a:cubicBezTo>
                <a:cubicBezTo>
                  <a:pt x="720100" y="80624"/>
                  <a:pt x="728234" y="76661"/>
                  <a:pt x="733425" y="69823"/>
                </a:cubicBezTo>
                <a:lnTo>
                  <a:pt x="739616" y="73823"/>
                </a:lnTo>
                <a:cubicBezTo>
                  <a:pt x="736683" y="78205"/>
                  <a:pt x="732644" y="81719"/>
                  <a:pt x="727901" y="84015"/>
                </a:cubicBezTo>
                <a:cubicBezTo>
                  <a:pt x="722662" y="86482"/>
                  <a:pt x="716928" y="87720"/>
                  <a:pt x="711137" y="87634"/>
                </a:cubicBezTo>
                <a:cubicBezTo>
                  <a:pt x="702240" y="87806"/>
                  <a:pt x="693649" y="84367"/>
                  <a:pt x="687324" y="78109"/>
                </a:cubicBezTo>
                <a:cubicBezTo>
                  <a:pt x="681114" y="72375"/>
                  <a:pt x="677647" y="64270"/>
                  <a:pt x="677799" y="55821"/>
                </a:cubicBezTo>
                <a:cubicBezTo>
                  <a:pt x="677790" y="50058"/>
                  <a:pt x="679342" y="44400"/>
                  <a:pt x="682276" y="39438"/>
                </a:cubicBezTo>
                <a:cubicBezTo>
                  <a:pt x="685162" y="34437"/>
                  <a:pt x="689382" y="30351"/>
                  <a:pt x="694468" y="27627"/>
                </a:cubicBezTo>
                <a:cubicBezTo>
                  <a:pt x="699802" y="24808"/>
                  <a:pt x="705765" y="23369"/>
                  <a:pt x="711804" y="23436"/>
                </a:cubicBezTo>
                <a:close/>
                <a:moveTo>
                  <a:pt x="262414" y="23245"/>
                </a:moveTo>
                <a:cubicBezTo>
                  <a:pt x="268786" y="23798"/>
                  <a:pt x="274692" y="26807"/>
                  <a:pt x="278892" y="31627"/>
                </a:cubicBezTo>
                <a:lnTo>
                  <a:pt x="273939" y="36771"/>
                </a:lnTo>
                <a:cubicBezTo>
                  <a:pt x="270777" y="33246"/>
                  <a:pt x="266376" y="31094"/>
                  <a:pt x="261652" y="30770"/>
                </a:cubicBezTo>
                <a:cubicBezTo>
                  <a:pt x="259223" y="30732"/>
                  <a:pt x="256871" y="31618"/>
                  <a:pt x="255080" y="33246"/>
                </a:cubicBezTo>
                <a:cubicBezTo>
                  <a:pt x="253394" y="34704"/>
                  <a:pt x="252422" y="36828"/>
                  <a:pt x="252413" y="39056"/>
                </a:cubicBezTo>
                <a:cubicBezTo>
                  <a:pt x="252499" y="41152"/>
                  <a:pt x="253261" y="43162"/>
                  <a:pt x="254604" y="44772"/>
                </a:cubicBezTo>
                <a:cubicBezTo>
                  <a:pt x="257385" y="47439"/>
                  <a:pt x="260604" y="49601"/>
                  <a:pt x="264129" y="51153"/>
                </a:cubicBezTo>
                <a:cubicBezTo>
                  <a:pt x="268643" y="53201"/>
                  <a:pt x="272701" y="56154"/>
                  <a:pt x="276035" y="59821"/>
                </a:cubicBezTo>
                <a:cubicBezTo>
                  <a:pt x="278016" y="62602"/>
                  <a:pt x="279073" y="65936"/>
                  <a:pt x="279083" y="69346"/>
                </a:cubicBezTo>
                <a:cubicBezTo>
                  <a:pt x="279130" y="74109"/>
                  <a:pt x="277235" y="78681"/>
                  <a:pt x="273844" y="82014"/>
                </a:cubicBezTo>
                <a:cubicBezTo>
                  <a:pt x="270339" y="85434"/>
                  <a:pt x="265595" y="87291"/>
                  <a:pt x="260699" y="87158"/>
                </a:cubicBezTo>
                <a:cubicBezTo>
                  <a:pt x="257204" y="87158"/>
                  <a:pt x="253756" y="86377"/>
                  <a:pt x="250603" y="84872"/>
                </a:cubicBezTo>
                <a:cubicBezTo>
                  <a:pt x="247526" y="83405"/>
                  <a:pt x="244821" y="81262"/>
                  <a:pt x="242697" y="78585"/>
                </a:cubicBezTo>
                <a:lnTo>
                  <a:pt x="247650" y="72966"/>
                </a:lnTo>
                <a:cubicBezTo>
                  <a:pt x="250651" y="76995"/>
                  <a:pt x="255299" y="79471"/>
                  <a:pt x="260319" y="79728"/>
                </a:cubicBezTo>
                <a:cubicBezTo>
                  <a:pt x="263262" y="79814"/>
                  <a:pt x="266129" y="78757"/>
                  <a:pt x="268320" y="76776"/>
                </a:cubicBezTo>
                <a:cubicBezTo>
                  <a:pt x="270406" y="74985"/>
                  <a:pt x="271625" y="72385"/>
                  <a:pt x="271653" y="69632"/>
                </a:cubicBezTo>
                <a:cubicBezTo>
                  <a:pt x="271634" y="67441"/>
                  <a:pt x="270863" y="65317"/>
                  <a:pt x="269463" y="63631"/>
                </a:cubicBezTo>
                <a:cubicBezTo>
                  <a:pt x="266653" y="60983"/>
                  <a:pt x="263433" y="58802"/>
                  <a:pt x="259938" y="57154"/>
                </a:cubicBezTo>
                <a:cubicBezTo>
                  <a:pt x="255623" y="55259"/>
                  <a:pt x="251784" y="52430"/>
                  <a:pt x="248698" y="48867"/>
                </a:cubicBezTo>
                <a:cubicBezTo>
                  <a:pt x="246698" y="46105"/>
                  <a:pt x="245660" y="42752"/>
                  <a:pt x="245745" y="39342"/>
                </a:cubicBezTo>
                <a:cubicBezTo>
                  <a:pt x="245631" y="34999"/>
                  <a:pt x="247355" y="30808"/>
                  <a:pt x="250508" y="27817"/>
                </a:cubicBezTo>
                <a:cubicBezTo>
                  <a:pt x="253699" y="24760"/>
                  <a:pt x="257994" y="23112"/>
                  <a:pt x="262414" y="23245"/>
                </a:cubicBezTo>
                <a:close/>
                <a:moveTo>
                  <a:pt x="19813" y="23245"/>
                </a:moveTo>
                <a:cubicBezTo>
                  <a:pt x="26146" y="23845"/>
                  <a:pt x="32005" y="26836"/>
                  <a:pt x="36196" y="31627"/>
                </a:cubicBezTo>
                <a:lnTo>
                  <a:pt x="31147" y="36771"/>
                </a:lnTo>
                <a:cubicBezTo>
                  <a:pt x="28023" y="33256"/>
                  <a:pt x="23651" y="31104"/>
                  <a:pt x="18955" y="30770"/>
                </a:cubicBezTo>
                <a:cubicBezTo>
                  <a:pt x="16526" y="30732"/>
                  <a:pt x="14174" y="31618"/>
                  <a:pt x="12383" y="33247"/>
                </a:cubicBezTo>
                <a:cubicBezTo>
                  <a:pt x="10697" y="34704"/>
                  <a:pt x="9725" y="36828"/>
                  <a:pt x="9716" y="39057"/>
                </a:cubicBezTo>
                <a:cubicBezTo>
                  <a:pt x="9802" y="41152"/>
                  <a:pt x="10564" y="43162"/>
                  <a:pt x="11907" y="44772"/>
                </a:cubicBezTo>
                <a:cubicBezTo>
                  <a:pt x="14688" y="47439"/>
                  <a:pt x="17907" y="49601"/>
                  <a:pt x="21432" y="51154"/>
                </a:cubicBezTo>
                <a:cubicBezTo>
                  <a:pt x="25928" y="53201"/>
                  <a:pt x="29947" y="56145"/>
                  <a:pt x="33243" y="59821"/>
                </a:cubicBezTo>
                <a:cubicBezTo>
                  <a:pt x="35291" y="62574"/>
                  <a:pt x="36396" y="65917"/>
                  <a:pt x="36386" y="69346"/>
                </a:cubicBezTo>
                <a:cubicBezTo>
                  <a:pt x="36443" y="74128"/>
                  <a:pt x="34510" y="78710"/>
                  <a:pt x="31052" y="82015"/>
                </a:cubicBezTo>
                <a:cubicBezTo>
                  <a:pt x="27594" y="85453"/>
                  <a:pt x="22880" y="87311"/>
                  <a:pt x="18003" y="87158"/>
                </a:cubicBezTo>
                <a:cubicBezTo>
                  <a:pt x="14507" y="87158"/>
                  <a:pt x="11059" y="86377"/>
                  <a:pt x="7906" y="84872"/>
                </a:cubicBezTo>
                <a:cubicBezTo>
                  <a:pt x="4820" y="83405"/>
                  <a:pt x="2124" y="81262"/>
                  <a:pt x="0" y="78586"/>
                </a:cubicBezTo>
                <a:lnTo>
                  <a:pt x="4954" y="72966"/>
                </a:lnTo>
                <a:cubicBezTo>
                  <a:pt x="7954" y="76995"/>
                  <a:pt x="12602" y="79472"/>
                  <a:pt x="17622" y="79729"/>
                </a:cubicBezTo>
                <a:cubicBezTo>
                  <a:pt x="20574" y="79814"/>
                  <a:pt x="23432" y="78757"/>
                  <a:pt x="25623" y="76776"/>
                </a:cubicBezTo>
                <a:cubicBezTo>
                  <a:pt x="27718" y="74985"/>
                  <a:pt x="28928" y="72385"/>
                  <a:pt x="28956" y="69632"/>
                </a:cubicBezTo>
                <a:cubicBezTo>
                  <a:pt x="28937" y="67441"/>
                  <a:pt x="28166" y="65317"/>
                  <a:pt x="26766" y="63631"/>
                </a:cubicBezTo>
                <a:cubicBezTo>
                  <a:pt x="23956" y="60974"/>
                  <a:pt x="20746" y="58793"/>
                  <a:pt x="17241" y="57154"/>
                </a:cubicBezTo>
                <a:cubicBezTo>
                  <a:pt x="12973" y="55230"/>
                  <a:pt x="9163" y="52401"/>
                  <a:pt x="6097" y="48868"/>
                </a:cubicBezTo>
                <a:cubicBezTo>
                  <a:pt x="4096" y="46105"/>
                  <a:pt x="3058" y="42753"/>
                  <a:pt x="3144" y="39343"/>
                </a:cubicBezTo>
                <a:cubicBezTo>
                  <a:pt x="2991" y="34990"/>
                  <a:pt x="4725" y="30789"/>
                  <a:pt x="7906" y="27817"/>
                </a:cubicBezTo>
                <a:cubicBezTo>
                  <a:pt x="11088" y="24741"/>
                  <a:pt x="15383" y="23083"/>
                  <a:pt x="19813" y="23245"/>
                </a:cubicBezTo>
                <a:close/>
                <a:moveTo>
                  <a:pt x="857726" y="23150"/>
                </a:moveTo>
                <a:cubicBezTo>
                  <a:pt x="860612" y="23141"/>
                  <a:pt x="863460" y="23722"/>
                  <a:pt x="866108" y="24865"/>
                </a:cubicBezTo>
                <a:cubicBezTo>
                  <a:pt x="868594" y="25865"/>
                  <a:pt x="870813" y="27427"/>
                  <a:pt x="872585" y="29437"/>
                </a:cubicBezTo>
                <a:cubicBezTo>
                  <a:pt x="874576" y="31885"/>
                  <a:pt x="876071" y="34695"/>
                  <a:pt x="876966" y="37724"/>
                </a:cubicBezTo>
                <a:cubicBezTo>
                  <a:pt x="879157" y="33352"/>
                  <a:pt x="882443" y="29608"/>
                  <a:pt x="886491" y="26865"/>
                </a:cubicBezTo>
                <a:cubicBezTo>
                  <a:pt x="890235" y="24436"/>
                  <a:pt x="894607" y="23141"/>
                  <a:pt x="899065" y="23150"/>
                </a:cubicBezTo>
                <a:cubicBezTo>
                  <a:pt x="903008" y="23065"/>
                  <a:pt x="906894" y="24160"/>
                  <a:pt x="910209" y="26294"/>
                </a:cubicBezTo>
                <a:cubicBezTo>
                  <a:pt x="913438" y="28446"/>
                  <a:pt x="915933" y="31542"/>
                  <a:pt x="917352" y="35152"/>
                </a:cubicBezTo>
                <a:cubicBezTo>
                  <a:pt x="919219" y="40667"/>
                  <a:pt x="920029" y="46486"/>
                  <a:pt x="919734" y="52297"/>
                </a:cubicBezTo>
                <a:lnTo>
                  <a:pt x="919734" y="85444"/>
                </a:lnTo>
                <a:lnTo>
                  <a:pt x="911733" y="85444"/>
                </a:lnTo>
                <a:lnTo>
                  <a:pt x="911733" y="52297"/>
                </a:lnTo>
                <a:cubicBezTo>
                  <a:pt x="911990" y="47772"/>
                  <a:pt x="911504" y="43239"/>
                  <a:pt x="910304" y="38867"/>
                </a:cubicBezTo>
                <a:cubicBezTo>
                  <a:pt x="909428" y="36419"/>
                  <a:pt x="907751" y="34333"/>
                  <a:pt x="905541" y="32961"/>
                </a:cubicBezTo>
                <a:cubicBezTo>
                  <a:pt x="903170" y="31418"/>
                  <a:pt x="900369" y="30646"/>
                  <a:pt x="897541" y="30770"/>
                </a:cubicBezTo>
                <a:cubicBezTo>
                  <a:pt x="893807" y="30713"/>
                  <a:pt x="890159" y="31885"/>
                  <a:pt x="887158" y="34104"/>
                </a:cubicBezTo>
                <a:cubicBezTo>
                  <a:pt x="884034" y="36304"/>
                  <a:pt x="881643" y="39390"/>
                  <a:pt x="880300" y="42962"/>
                </a:cubicBezTo>
                <a:cubicBezTo>
                  <a:pt x="878500" y="49144"/>
                  <a:pt x="877757" y="55583"/>
                  <a:pt x="878109" y="62012"/>
                </a:cubicBezTo>
                <a:lnTo>
                  <a:pt x="878109" y="85825"/>
                </a:lnTo>
                <a:lnTo>
                  <a:pt x="870394" y="85825"/>
                </a:lnTo>
                <a:lnTo>
                  <a:pt x="870394" y="54678"/>
                </a:lnTo>
                <a:cubicBezTo>
                  <a:pt x="870623" y="49687"/>
                  <a:pt x="870175" y="44686"/>
                  <a:pt x="869061" y="39819"/>
                </a:cubicBezTo>
                <a:cubicBezTo>
                  <a:pt x="868194" y="37238"/>
                  <a:pt x="866527" y="34999"/>
                  <a:pt x="864298" y="33437"/>
                </a:cubicBezTo>
                <a:cubicBezTo>
                  <a:pt x="861888" y="31875"/>
                  <a:pt x="859069" y="31075"/>
                  <a:pt x="856202" y="31151"/>
                </a:cubicBezTo>
                <a:cubicBezTo>
                  <a:pt x="852554" y="31142"/>
                  <a:pt x="848991" y="32275"/>
                  <a:pt x="846010" y="34390"/>
                </a:cubicBezTo>
                <a:cubicBezTo>
                  <a:pt x="842867" y="36552"/>
                  <a:pt x="840447" y="39600"/>
                  <a:pt x="839057" y="43153"/>
                </a:cubicBezTo>
                <a:cubicBezTo>
                  <a:pt x="837276" y="48620"/>
                  <a:pt x="836504" y="54364"/>
                  <a:pt x="836771" y="60107"/>
                </a:cubicBezTo>
                <a:lnTo>
                  <a:pt x="836771" y="85825"/>
                </a:lnTo>
                <a:lnTo>
                  <a:pt x="828960" y="85825"/>
                </a:lnTo>
                <a:lnTo>
                  <a:pt x="829056" y="24674"/>
                </a:lnTo>
                <a:lnTo>
                  <a:pt x="836866" y="24674"/>
                </a:lnTo>
                <a:lnTo>
                  <a:pt x="836866" y="35152"/>
                </a:lnTo>
                <a:cubicBezTo>
                  <a:pt x="839105" y="31828"/>
                  <a:pt x="841953" y="28951"/>
                  <a:pt x="845248" y="26675"/>
                </a:cubicBezTo>
                <a:cubicBezTo>
                  <a:pt x="849011" y="24379"/>
                  <a:pt x="853325" y="23160"/>
                  <a:pt x="857726" y="23150"/>
                </a:cubicBezTo>
                <a:close/>
                <a:moveTo>
                  <a:pt x="321373" y="23149"/>
                </a:moveTo>
                <a:cubicBezTo>
                  <a:pt x="324259" y="23140"/>
                  <a:pt x="327107" y="23721"/>
                  <a:pt x="329755" y="24864"/>
                </a:cubicBezTo>
                <a:cubicBezTo>
                  <a:pt x="332222" y="25893"/>
                  <a:pt x="334442" y="27455"/>
                  <a:pt x="336232" y="29436"/>
                </a:cubicBezTo>
                <a:cubicBezTo>
                  <a:pt x="338194" y="31903"/>
                  <a:pt x="339671" y="34713"/>
                  <a:pt x="340614" y="37723"/>
                </a:cubicBezTo>
                <a:cubicBezTo>
                  <a:pt x="342804" y="33351"/>
                  <a:pt x="346091" y="29608"/>
                  <a:pt x="350139" y="26864"/>
                </a:cubicBezTo>
                <a:cubicBezTo>
                  <a:pt x="353882" y="24435"/>
                  <a:pt x="358254" y="23140"/>
                  <a:pt x="362712" y="23149"/>
                </a:cubicBezTo>
                <a:cubicBezTo>
                  <a:pt x="366655" y="23083"/>
                  <a:pt x="370532" y="24178"/>
                  <a:pt x="373856" y="26293"/>
                </a:cubicBezTo>
                <a:cubicBezTo>
                  <a:pt x="377047" y="28493"/>
                  <a:pt x="379523" y="31570"/>
                  <a:pt x="381000" y="35151"/>
                </a:cubicBezTo>
                <a:cubicBezTo>
                  <a:pt x="382781" y="40685"/>
                  <a:pt x="383552" y="46486"/>
                  <a:pt x="383286" y="52296"/>
                </a:cubicBezTo>
                <a:lnTo>
                  <a:pt x="383286" y="85443"/>
                </a:lnTo>
                <a:lnTo>
                  <a:pt x="375380" y="85443"/>
                </a:lnTo>
                <a:lnTo>
                  <a:pt x="375380" y="52296"/>
                </a:lnTo>
                <a:cubicBezTo>
                  <a:pt x="375637" y="47772"/>
                  <a:pt x="375152" y="43238"/>
                  <a:pt x="373951" y="38866"/>
                </a:cubicBezTo>
                <a:cubicBezTo>
                  <a:pt x="373046" y="36437"/>
                  <a:pt x="371370" y="34360"/>
                  <a:pt x="369189" y="32960"/>
                </a:cubicBezTo>
                <a:cubicBezTo>
                  <a:pt x="366808" y="31436"/>
                  <a:pt x="364017" y="30674"/>
                  <a:pt x="361188" y="30769"/>
                </a:cubicBezTo>
                <a:cubicBezTo>
                  <a:pt x="357454" y="30712"/>
                  <a:pt x="353806" y="31884"/>
                  <a:pt x="350806" y="34103"/>
                </a:cubicBezTo>
                <a:cubicBezTo>
                  <a:pt x="347681" y="36303"/>
                  <a:pt x="345291" y="39390"/>
                  <a:pt x="343948" y="42961"/>
                </a:cubicBezTo>
                <a:cubicBezTo>
                  <a:pt x="342100" y="49134"/>
                  <a:pt x="341357" y="55582"/>
                  <a:pt x="341757" y="62011"/>
                </a:cubicBezTo>
                <a:lnTo>
                  <a:pt x="341757" y="85824"/>
                </a:lnTo>
                <a:lnTo>
                  <a:pt x="333946" y="85824"/>
                </a:lnTo>
                <a:lnTo>
                  <a:pt x="333946" y="54677"/>
                </a:lnTo>
                <a:cubicBezTo>
                  <a:pt x="334213" y="49677"/>
                  <a:pt x="333727" y="44676"/>
                  <a:pt x="332518" y="39818"/>
                </a:cubicBezTo>
                <a:cubicBezTo>
                  <a:pt x="331679" y="37218"/>
                  <a:pt x="330003" y="34980"/>
                  <a:pt x="327755" y="33436"/>
                </a:cubicBezTo>
                <a:cubicBezTo>
                  <a:pt x="325345" y="31874"/>
                  <a:pt x="322526" y="31074"/>
                  <a:pt x="319659" y="31150"/>
                </a:cubicBezTo>
                <a:cubicBezTo>
                  <a:pt x="316039" y="31141"/>
                  <a:pt x="312505" y="32274"/>
                  <a:pt x="309562" y="34389"/>
                </a:cubicBezTo>
                <a:cubicBezTo>
                  <a:pt x="306419" y="36551"/>
                  <a:pt x="304000" y="39599"/>
                  <a:pt x="302609" y="43152"/>
                </a:cubicBezTo>
                <a:cubicBezTo>
                  <a:pt x="300828" y="48619"/>
                  <a:pt x="300056" y="54363"/>
                  <a:pt x="300323" y="60107"/>
                </a:cubicBezTo>
                <a:lnTo>
                  <a:pt x="300323" y="85824"/>
                </a:lnTo>
                <a:lnTo>
                  <a:pt x="292512" y="85824"/>
                </a:lnTo>
                <a:lnTo>
                  <a:pt x="292703" y="24674"/>
                </a:lnTo>
                <a:lnTo>
                  <a:pt x="300514" y="24674"/>
                </a:lnTo>
                <a:lnTo>
                  <a:pt x="300514" y="35151"/>
                </a:lnTo>
                <a:cubicBezTo>
                  <a:pt x="302752" y="31827"/>
                  <a:pt x="305600" y="28950"/>
                  <a:pt x="308895" y="26674"/>
                </a:cubicBezTo>
                <a:cubicBezTo>
                  <a:pt x="312648" y="24359"/>
                  <a:pt x="316963" y="23140"/>
                  <a:pt x="321373" y="23149"/>
                </a:cubicBezTo>
                <a:close/>
                <a:moveTo>
                  <a:pt x="508635" y="22959"/>
                </a:moveTo>
                <a:cubicBezTo>
                  <a:pt x="512921" y="22883"/>
                  <a:pt x="517131" y="24073"/>
                  <a:pt x="520731" y="26388"/>
                </a:cubicBezTo>
                <a:cubicBezTo>
                  <a:pt x="524237" y="28703"/>
                  <a:pt x="526961" y="32017"/>
                  <a:pt x="528542" y="35913"/>
                </a:cubicBezTo>
                <a:cubicBezTo>
                  <a:pt x="530475" y="41809"/>
                  <a:pt x="531314" y="48000"/>
                  <a:pt x="531018" y="54201"/>
                </a:cubicBezTo>
                <a:lnTo>
                  <a:pt x="531018" y="85443"/>
                </a:lnTo>
                <a:lnTo>
                  <a:pt x="523208" y="85443"/>
                </a:lnTo>
                <a:lnTo>
                  <a:pt x="523208" y="56868"/>
                </a:lnTo>
                <a:cubicBezTo>
                  <a:pt x="523379" y="52182"/>
                  <a:pt x="523094" y="47495"/>
                  <a:pt x="522351" y="42866"/>
                </a:cubicBezTo>
                <a:cubicBezTo>
                  <a:pt x="521789" y="39171"/>
                  <a:pt x="519931" y="35799"/>
                  <a:pt x="517112" y="33341"/>
                </a:cubicBezTo>
                <a:cubicBezTo>
                  <a:pt x="514216" y="31217"/>
                  <a:pt x="510692" y="30150"/>
                  <a:pt x="507111" y="30293"/>
                </a:cubicBezTo>
                <a:cubicBezTo>
                  <a:pt x="502415" y="30255"/>
                  <a:pt x="497872" y="31951"/>
                  <a:pt x="494347" y="35056"/>
                </a:cubicBezTo>
                <a:cubicBezTo>
                  <a:pt x="490709" y="37989"/>
                  <a:pt x="488127" y="42038"/>
                  <a:pt x="487013" y="46581"/>
                </a:cubicBezTo>
                <a:cubicBezTo>
                  <a:pt x="486060" y="52048"/>
                  <a:pt x="485670" y="57601"/>
                  <a:pt x="485870" y="63154"/>
                </a:cubicBezTo>
                <a:lnTo>
                  <a:pt x="485870" y="85443"/>
                </a:lnTo>
                <a:lnTo>
                  <a:pt x="478059" y="85443"/>
                </a:lnTo>
                <a:lnTo>
                  <a:pt x="478059" y="24673"/>
                </a:lnTo>
                <a:lnTo>
                  <a:pt x="485870" y="24673"/>
                </a:lnTo>
                <a:lnTo>
                  <a:pt x="485870" y="35532"/>
                </a:lnTo>
                <a:cubicBezTo>
                  <a:pt x="488623" y="31665"/>
                  <a:pt x="492166" y="28417"/>
                  <a:pt x="496252" y="26007"/>
                </a:cubicBezTo>
                <a:cubicBezTo>
                  <a:pt x="500062" y="23988"/>
                  <a:pt x="504320" y="22940"/>
                  <a:pt x="508635" y="22959"/>
                </a:cubicBezTo>
                <a:close/>
                <a:moveTo>
                  <a:pt x="599218" y="22769"/>
                </a:moveTo>
                <a:cubicBezTo>
                  <a:pt x="603914" y="22712"/>
                  <a:pt x="608553" y="23788"/>
                  <a:pt x="612744" y="25913"/>
                </a:cubicBezTo>
                <a:cubicBezTo>
                  <a:pt x="616954" y="28227"/>
                  <a:pt x="620573" y="31485"/>
                  <a:pt x="623316" y="35438"/>
                </a:cubicBezTo>
                <a:lnTo>
                  <a:pt x="623316" y="24674"/>
                </a:lnTo>
                <a:lnTo>
                  <a:pt x="631127" y="24674"/>
                </a:lnTo>
                <a:lnTo>
                  <a:pt x="631127" y="85444"/>
                </a:lnTo>
                <a:lnTo>
                  <a:pt x="623412" y="85444"/>
                </a:lnTo>
                <a:lnTo>
                  <a:pt x="623412" y="74966"/>
                </a:lnTo>
                <a:cubicBezTo>
                  <a:pt x="620449" y="78700"/>
                  <a:pt x="616716" y="81758"/>
                  <a:pt x="612458" y="83920"/>
                </a:cubicBezTo>
                <a:cubicBezTo>
                  <a:pt x="608295" y="86015"/>
                  <a:pt x="603685" y="87063"/>
                  <a:pt x="599028" y="86968"/>
                </a:cubicBezTo>
                <a:cubicBezTo>
                  <a:pt x="590684" y="87015"/>
                  <a:pt x="582702" y="83558"/>
                  <a:pt x="577025" y="77443"/>
                </a:cubicBezTo>
                <a:cubicBezTo>
                  <a:pt x="570862" y="71480"/>
                  <a:pt x="567414" y="63251"/>
                  <a:pt x="567500" y="54678"/>
                </a:cubicBezTo>
                <a:cubicBezTo>
                  <a:pt x="567424" y="46220"/>
                  <a:pt x="570872" y="38105"/>
                  <a:pt x="577025" y="32294"/>
                </a:cubicBezTo>
                <a:cubicBezTo>
                  <a:pt x="582740" y="26122"/>
                  <a:pt x="590808" y="22655"/>
                  <a:pt x="599218" y="22769"/>
                </a:cubicBezTo>
                <a:close/>
                <a:moveTo>
                  <a:pt x="428911" y="22769"/>
                </a:moveTo>
                <a:cubicBezTo>
                  <a:pt x="433607" y="22712"/>
                  <a:pt x="438246" y="23788"/>
                  <a:pt x="442437" y="25912"/>
                </a:cubicBezTo>
                <a:cubicBezTo>
                  <a:pt x="446647" y="28227"/>
                  <a:pt x="450266" y="31484"/>
                  <a:pt x="453009" y="35437"/>
                </a:cubicBezTo>
                <a:lnTo>
                  <a:pt x="453009" y="24674"/>
                </a:lnTo>
                <a:lnTo>
                  <a:pt x="460820" y="24674"/>
                </a:lnTo>
                <a:lnTo>
                  <a:pt x="460820" y="85443"/>
                </a:lnTo>
                <a:lnTo>
                  <a:pt x="453105" y="85443"/>
                </a:lnTo>
                <a:lnTo>
                  <a:pt x="453105" y="74966"/>
                </a:lnTo>
                <a:cubicBezTo>
                  <a:pt x="450162" y="78719"/>
                  <a:pt x="446418" y="81786"/>
                  <a:pt x="442151" y="83919"/>
                </a:cubicBezTo>
                <a:cubicBezTo>
                  <a:pt x="437988" y="86015"/>
                  <a:pt x="433378" y="87063"/>
                  <a:pt x="428721" y="86967"/>
                </a:cubicBezTo>
                <a:cubicBezTo>
                  <a:pt x="420377" y="87015"/>
                  <a:pt x="412395" y="83557"/>
                  <a:pt x="406718" y="77442"/>
                </a:cubicBezTo>
                <a:cubicBezTo>
                  <a:pt x="400555" y="71480"/>
                  <a:pt x="397107" y="63250"/>
                  <a:pt x="397193" y="54677"/>
                </a:cubicBezTo>
                <a:cubicBezTo>
                  <a:pt x="397155" y="46229"/>
                  <a:pt x="400603" y="38132"/>
                  <a:pt x="406718" y="32294"/>
                </a:cubicBezTo>
                <a:cubicBezTo>
                  <a:pt x="412452" y="26141"/>
                  <a:pt x="420501" y="22683"/>
                  <a:pt x="428911" y="22769"/>
                </a:cubicBezTo>
                <a:close/>
                <a:moveTo>
                  <a:pt x="48863" y="1529"/>
                </a:moveTo>
                <a:lnTo>
                  <a:pt x="56674" y="1529"/>
                </a:lnTo>
                <a:lnTo>
                  <a:pt x="56674" y="85730"/>
                </a:lnTo>
                <a:lnTo>
                  <a:pt x="48863" y="85730"/>
                </a:lnTo>
                <a:close/>
                <a:moveTo>
                  <a:pt x="148209" y="1147"/>
                </a:moveTo>
                <a:lnTo>
                  <a:pt x="156020" y="1528"/>
                </a:lnTo>
                <a:lnTo>
                  <a:pt x="156020" y="85729"/>
                </a:lnTo>
                <a:lnTo>
                  <a:pt x="148305" y="85729"/>
                </a:lnTo>
                <a:lnTo>
                  <a:pt x="148305" y="75251"/>
                </a:lnTo>
                <a:cubicBezTo>
                  <a:pt x="145342" y="78985"/>
                  <a:pt x="141609" y="82042"/>
                  <a:pt x="137351" y="84205"/>
                </a:cubicBezTo>
                <a:cubicBezTo>
                  <a:pt x="133188" y="86300"/>
                  <a:pt x="128578" y="87348"/>
                  <a:pt x="123921" y="87253"/>
                </a:cubicBezTo>
                <a:cubicBezTo>
                  <a:pt x="115577" y="87300"/>
                  <a:pt x="107595" y="83843"/>
                  <a:pt x="101918" y="77728"/>
                </a:cubicBezTo>
                <a:cubicBezTo>
                  <a:pt x="95755" y="71765"/>
                  <a:pt x="92307" y="63535"/>
                  <a:pt x="92393" y="54963"/>
                </a:cubicBezTo>
                <a:cubicBezTo>
                  <a:pt x="92355" y="46514"/>
                  <a:pt x="95803" y="38418"/>
                  <a:pt x="101918" y="32579"/>
                </a:cubicBezTo>
                <a:cubicBezTo>
                  <a:pt x="107633" y="26407"/>
                  <a:pt x="115701" y="22940"/>
                  <a:pt x="124111" y="23054"/>
                </a:cubicBezTo>
                <a:cubicBezTo>
                  <a:pt x="128807" y="22997"/>
                  <a:pt x="133446" y="24073"/>
                  <a:pt x="137637" y="26197"/>
                </a:cubicBezTo>
                <a:cubicBezTo>
                  <a:pt x="141847" y="28512"/>
                  <a:pt x="145466" y="31769"/>
                  <a:pt x="148209" y="35722"/>
                </a:cubicBezTo>
                <a:close/>
                <a:moveTo>
                  <a:pt x="550450" y="4"/>
                </a:moveTo>
                <a:cubicBezTo>
                  <a:pt x="552183" y="-63"/>
                  <a:pt x="553850" y="633"/>
                  <a:pt x="555022" y="1909"/>
                </a:cubicBezTo>
                <a:cubicBezTo>
                  <a:pt x="556260" y="3109"/>
                  <a:pt x="556946" y="4757"/>
                  <a:pt x="556927" y="6481"/>
                </a:cubicBezTo>
                <a:cubicBezTo>
                  <a:pt x="556927" y="8167"/>
                  <a:pt x="556241" y="9786"/>
                  <a:pt x="555022" y="10958"/>
                </a:cubicBezTo>
                <a:cubicBezTo>
                  <a:pt x="553822" y="12196"/>
                  <a:pt x="552174" y="12882"/>
                  <a:pt x="550450" y="12863"/>
                </a:cubicBezTo>
                <a:cubicBezTo>
                  <a:pt x="548764" y="12863"/>
                  <a:pt x="547144" y="12177"/>
                  <a:pt x="545973" y="10958"/>
                </a:cubicBezTo>
                <a:cubicBezTo>
                  <a:pt x="544754" y="9786"/>
                  <a:pt x="544068" y="8167"/>
                  <a:pt x="544068" y="6481"/>
                </a:cubicBezTo>
                <a:cubicBezTo>
                  <a:pt x="544049" y="4757"/>
                  <a:pt x="544735" y="3109"/>
                  <a:pt x="545973" y="1909"/>
                </a:cubicBezTo>
                <a:cubicBezTo>
                  <a:pt x="547116" y="652"/>
                  <a:pt x="548754" y="-44"/>
                  <a:pt x="550450" y="4"/>
                </a:cubicBezTo>
                <a:close/>
                <a:moveTo>
                  <a:pt x="75628" y="4"/>
                </a:moveTo>
                <a:cubicBezTo>
                  <a:pt x="77362" y="-63"/>
                  <a:pt x="79029" y="633"/>
                  <a:pt x="80200" y="1909"/>
                </a:cubicBezTo>
                <a:cubicBezTo>
                  <a:pt x="81439" y="3109"/>
                  <a:pt x="82124" y="4757"/>
                  <a:pt x="82105" y="6481"/>
                </a:cubicBezTo>
                <a:cubicBezTo>
                  <a:pt x="82105" y="8167"/>
                  <a:pt x="81420" y="9786"/>
                  <a:pt x="80200" y="10958"/>
                </a:cubicBezTo>
                <a:cubicBezTo>
                  <a:pt x="79000" y="12196"/>
                  <a:pt x="77352" y="12882"/>
                  <a:pt x="75628" y="12863"/>
                </a:cubicBezTo>
                <a:cubicBezTo>
                  <a:pt x="73942" y="12863"/>
                  <a:pt x="72323" y="12177"/>
                  <a:pt x="71152" y="10958"/>
                </a:cubicBezTo>
                <a:cubicBezTo>
                  <a:pt x="69932" y="9786"/>
                  <a:pt x="69247" y="8167"/>
                  <a:pt x="69247" y="6481"/>
                </a:cubicBezTo>
                <a:cubicBezTo>
                  <a:pt x="69228" y="4757"/>
                  <a:pt x="69913" y="3109"/>
                  <a:pt x="71152" y="1909"/>
                </a:cubicBezTo>
                <a:cubicBezTo>
                  <a:pt x="72295" y="652"/>
                  <a:pt x="73933" y="-44"/>
                  <a:pt x="75628" y="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4"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3"/>
          <p:cNvSpPr/>
          <p:nvPr/>
        </p:nvSpPr>
        <p:spPr>
          <a:xfrm>
            <a:off x="1771650" y="5315900"/>
            <a:ext cx="8648700" cy="4662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177" name="Google Shape;177;p23"/>
          <p:cNvSpPr txBox="1">
            <a:spLocks noGrp="1"/>
          </p:cNvSpPr>
          <p:nvPr>
            <p:ph type="ctrTitle"/>
          </p:nvPr>
        </p:nvSpPr>
        <p:spPr>
          <a:xfrm>
            <a:off x="1771650" y="1880125"/>
            <a:ext cx="8648700" cy="22536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SzPts val="990"/>
              <a:buNone/>
            </a:pPr>
            <a:r>
              <a:rPr lang="en" dirty="0">
                <a:latin typeface="+mn-lt"/>
              </a:rPr>
              <a:t>ROBOT TỰ CÂN BẰNG SỬ DỤNG STM32</a:t>
            </a:r>
            <a:endParaRPr dirty="0">
              <a:latin typeface="+mn-lt"/>
            </a:endParaRPr>
          </a:p>
        </p:txBody>
      </p:sp>
      <p:sp>
        <p:nvSpPr>
          <p:cNvPr id="178" name="Google Shape;178;p23"/>
          <p:cNvSpPr txBox="1">
            <a:spLocks noGrp="1"/>
          </p:cNvSpPr>
          <p:nvPr>
            <p:ph type="subTitle" idx="1"/>
          </p:nvPr>
        </p:nvSpPr>
        <p:spPr>
          <a:xfrm>
            <a:off x="2086950" y="5336075"/>
            <a:ext cx="8018100" cy="478800"/>
          </a:xfrm>
          <a:prstGeom prst="rect">
            <a:avLst/>
          </a:prstGeom>
        </p:spPr>
        <p:txBody>
          <a:bodyPr spcFirstLastPara="1" wrap="square" lIns="121900" tIns="121900" rIns="121900" bIns="121900" anchor="t" anchorCtr="0">
            <a:normAutofit/>
          </a:bodyPr>
          <a:lstStyle/>
          <a:p>
            <a:pPr marL="0" lvl="0" indent="0" algn="ctr" rtl="0">
              <a:spcBef>
                <a:spcPts val="0"/>
              </a:spcBef>
              <a:spcAft>
                <a:spcPts val="0"/>
              </a:spcAft>
              <a:buNone/>
            </a:pPr>
            <a:r>
              <a:rPr lang="en" dirty="0"/>
              <a:t>Cre: Fine time </a:t>
            </a:r>
            <a:endParaRPr dirty="0"/>
          </a:p>
        </p:txBody>
      </p:sp>
      <p:sp>
        <p:nvSpPr>
          <p:cNvPr id="179" name="Google Shape;179;p23"/>
          <p:cNvSpPr/>
          <p:nvPr/>
        </p:nvSpPr>
        <p:spPr>
          <a:xfrm>
            <a:off x="9952650" y="5315900"/>
            <a:ext cx="467700" cy="46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180" name="Google Shape;180;p23"/>
          <p:cNvSpPr/>
          <p:nvPr/>
        </p:nvSpPr>
        <p:spPr>
          <a:xfrm>
            <a:off x="10103976" y="541641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0FDFD84C-1808-C41E-90D9-E4B8B12089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70" name="Google Shape;370;p40"/>
          <p:cNvSpPr txBox="1">
            <a:spLocks noGrp="1"/>
          </p:cNvSpPr>
          <p:nvPr>
            <p:ph type="title"/>
          </p:nvPr>
        </p:nvSpPr>
        <p:spPr>
          <a:xfrm>
            <a:off x="1023100" y="633475"/>
            <a:ext cx="101457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SzPts val="990"/>
              <a:buNone/>
            </a:pPr>
            <a:r>
              <a:rPr lang="en" dirty="0"/>
              <a:t>This is our team.</a:t>
            </a:r>
            <a:endParaRPr dirty="0"/>
          </a:p>
        </p:txBody>
      </p:sp>
      <p:sp>
        <p:nvSpPr>
          <p:cNvPr id="371" name="Google Shape;371;p40"/>
          <p:cNvSpPr txBox="1">
            <a:spLocks noGrp="1"/>
          </p:cNvSpPr>
          <p:nvPr>
            <p:ph type="body" idx="1"/>
          </p:nvPr>
        </p:nvSpPr>
        <p:spPr>
          <a:xfrm>
            <a:off x="1120425" y="5226725"/>
            <a:ext cx="3147300" cy="671100"/>
          </a:xfrm>
          <a:prstGeom prst="rect">
            <a:avLst/>
          </a:prstGeom>
        </p:spPr>
        <p:txBody>
          <a:bodyPr spcFirstLastPara="1" wrap="square" lIns="121900" tIns="121900" rIns="121900" bIns="121900" anchor="t" anchorCtr="0">
            <a:normAutofit fontScale="92500" lnSpcReduction="20000"/>
          </a:bodyPr>
          <a:lstStyle/>
          <a:p>
            <a:pPr marL="0" lvl="0" indent="0" algn="ctr" rtl="0">
              <a:spcBef>
                <a:spcPts val="0"/>
              </a:spcBef>
              <a:spcAft>
                <a:spcPts val="1600"/>
              </a:spcAft>
              <a:buNone/>
            </a:pPr>
            <a:r>
              <a:rPr lang="en" dirty="0"/>
              <a:t>.</a:t>
            </a:r>
            <a:endParaRPr dirty="0"/>
          </a:p>
        </p:txBody>
      </p:sp>
      <p:sp>
        <p:nvSpPr>
          <p:cNvPr id="372" name="Google Shape;372;p40"/>
          <p:cNvSpPr txBox="1">
            <a:spLocks noGrp="1"/>
          </p:cNvSpPr>
          <p:nvPr>
            <p:ph type="subTitle" idx="2"/>
          </p:nvPr>
        </p:nvSpPr>
        <p:spPr>
          <a:xfrm>
            <a:off x="1120425" y="4742026"/>
            <a:ext cx="31473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fontScale="62500" lnSpcReduction="20000"/>
          </a:bodyPr>
          <a:lstStyle/>
          <a:p>
            <a:pPr marL="0" lvl="0" indent="0" algn="ctr" rtl="0">
              <a:spcBef>
                <a:spcPts val="0"/>
              </a:spcBef>
              <a:spcAft>
                <a:spcPts val="0"/>
              </a:spcAft>
              <a:buNone/>
            </a:pPr>
            <a:r>
              <a:rPr lang="vi-VN" dirty="0">
                <a:latin typeface="+mn-lt"/>
              </a:rPr>
              <a:t>Diệp Văn Du - CT</a:t>
            </a:r>
            <a:endParaRPr dirty="0">
              <a:latin typeface="+mn-lt"/>
            </a:endParaRPr>
          </a:p>
        </p:txBody>
      </p:sp>
      <p:sp>
        <p:nvSpPr>
          <p:cNvPr id="374" name="Google Shape;374;p40"/>
          <p:cNvSpPr txBox="1">
            <a:spLocks noGrp="1"/>
          </p:cNvSpPr>
          <p:nvPr>
            <p:ph type="subTitle" idx="4"/>
          </p:nvPr>
        </p:nvSpPr>
        <p:spPr>
          <a:xfrm>
            <a:off x="4526100" y="4742030"/>
            <a:ext cx="31473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fontScale="62500" lnSpcReduction="20000"/>
          </a:bodyPr>
          <a:lstStyle/>
          <a:p>
            <a:pPr marL="0" lvl="0" indent="0" algn="ctr" rtl="0">
              <a:spcBef>
                <a:spcPts val="0"/>
              </a:spcBef>
              <a:spcAft>
                <a:spcPts val="0"/>
              </a:spcAft>
              <a:buNone/>
            </a:pPr>
            <a:r>
              <a:rPr lang="vi-VN" dirty="0">
                <a:latin typeface="+mn-lt"/>
              </a:rPr>
              <a:t>Đặng Thị Hồng Chinh</a:t>
            </a:r>
            <a:endParaRPr dirty="0">
              <a:latin typeface="+mn-lt"/>
            </a:endParaRPr>
          </a:p>
        </p:txBody>
      </p:sp>
      <p:sp>
        <p:nvSpPr>
          <p:cNvPr id="375" name="Google Shape;375;p40"/>
          <p:cNvSpPr txBox="1">
            <a:spLocks noGrp="1"/>
          </p:cNvSpPr>
          <p:nvPr>
            <p:ph type="body" idx="5"/>
          </p:nvPr>
        </p:nvSpPr>
        <p:spPr>
          <a:xfrm>
            <a:off x="7931775" y="5226725"/>
            <a:ext cx="3147300" cy="671100"/>
          </a:xfrm>
          <a:prstGeom prst="rect">
            <a:avLst/>
          </a:prstGeom>
        </p:spPr>
        <p:txBody>
          <a:bodyPr spcFirstLastPara="1" wrap="square" lIns="121900" tIns="121900" rIns="121900" bIns="121900" anchor="t" anchorCtr="0">
            <a:normAutofit fontScale="92500" lnSpcReduction="20000"/>
          </a:bodyPr>
          <a:lstStyle/>
          <a:p>
            <a:pPr marL="0" lvl="0" indent="0" algn="ctr" rtl="0">
              <a:spcBef>
                <a:spcPts val="0"/>
              </a:spcBef>
              <a:spcAft>
                <a:spcPts val="1600"/>
              </a:spcAft>
              <a:buNone/>
            </a:pPr>
            <a:r>
              <a:rPr lang="en" dirty="0"/>
              <a:t>. </a:t>
            </a:r>
            <a:endParaRPr dirty="0"/>
          </a:p>
        </p:txBody>
      </p:sp>
      <p:sp>
        <p:nvSpPr>
          <p:cNvPr id="376" name="Google Shape;376;p40"/>
          <p:cNvSpPr txBox="1">
            <a:spLocks noGrp="1"/>
          </p:cNvSpPr>
          <p:nvPr>
            <p:ph type="subTitle" idx="6"/>
          </p:nvPr>
        </p:nvSpPr>
        <p:spPr>
          <a:xfrm>
            <a:off x="7931775" y="4751613"/>
            <a:ext cx="3147300" cy="457200"/>
          </a:xfrm>
          <a:prstGeom prst="rect">
            <a:avLst/>
          </a:prstGeom>
          <a:ln w="9525" cap="flat" cmpd="sng">
            <a:solidFill>
              <a:schemeClr val="dk1"/>
            </a:solidFill>
            <a:prstDash val="solid"/>
            <a:round/>
            <a:headEnd type="none" w="sm" len="sm"/>
            <a:tailEnd type="none" w="sm" len="sm"/>
          </a:ln>
        </p:spPr>
        <p:txBody>
          <a:bodyPr spcFirstLastPara="1" wrap="square" lIns="121900" tIns="121900" rIns="121900" bIns="121900" anchor="t" anchorCtr="0">
            <a:normAutofit fontScale="62500" lnSpcReduction="20000"/>
          </a:bodyPr>
          <a:lstStyle/>
          <a:p>
            <a:pPr marL="0" lvl="0" indent="0" algn="ctr" rtl="0">
              <a:spcBef>
                <a:spcPts val="0"/>
              </a:spcBef>
              <a:spcAft>
                <a:spcPts val="0"/>
              </a:spcAft>
              <a:buNone/>
            </a:pPr>
            <a:r>
              <a:rPr lang="vi-VN" dirty="0"/>
              <a:t>Vi Văn Huyện</a:t>
            </a:r>
          </a:p>
          <a:p>
            <a:pPr marL="0" lvl="0" indent="0" algn="ctr" rtl="0">
              <a:spcBef>
                <a:spcPts val="0"/>
              </a:spcBef>
              <a:spcAft>
                <a:spcPts val="0"/>
              </a:spcAft>
              <a:buNone/>
            </a:pPr>
            <a:endParaRPr dirty="0"/>
          </a:p>
        </p:txBody>
      </p:sp>
      <p:grpSp>
        <p:nvGrpSpPr>
          <p:cNvPr id="377" name="Google Shape;377;p40"/>
          <p:cNvGrpSpPr/>
          <p:nvPr/>
        </p:nvGrpSpPr>
        <p:grpSpPr>
          <a:xfrm>
            <a:off x="3810552" y="4742015"/>
            <a:ext cx="457177" cy="457206"/>
            <a:chOff x="7610238" y="5297650"/>
            <a:chExt cx="467700" cy="478800"/>
          </a:xfrm>
        </p:grpSpPr>
        <p:sp>
          <p:nvSpPr>
            <p:cNvPr id="378" name="Google Shape;378;p40"/>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379" name="Google Shape;379;p40"/>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380" name="Google Shape;380;p40"/>
          <p:cNvGrpSpPr/>
          <p:nvPr/>
        </p:nvGrpSpPr>
        <p:grpSpPr>
          <a:xfrm>
            <a:off x="7216227" y="4742015"/>
            <a:ext cx="457177" cy="457206"/>
            <a:chOff x="7610238" y="5297650"/>
            <a:chExt cx="467700" cy="478800"/>
          </a:xfrm>
        </p:grpSpPr>
        <p:sp>
          <p:nvSpPr>
            <p:cNvPr id="381" name="Google Shape;381;p40"/>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382" name="Google Shape;382;p40"/>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383" name="Google Shape;383;p40"/>
          <p:cNvGrpSpPr/>
          <p:nvPr/>
        </p:nvGrpSpPr>
        <p:grpSpPr>
          <a:xfrm>
            <a:off x="10621902" y="4751603"/>
            <a:ext cx="457177" cy="457206"/>
            <a:chOff x="7610238" y="5297650"/>
            <a:chExt cx="467700" cy="478800"/>
          </a:xfrm>
        </p:grpSpPr>
        <p:sp>
          <p:nvSpPr>
            <p:cNvPr id="384" name="Google Shape;384;p40"/>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Light"/>
                <a:ea typeface="Poppins Light"/>
                <a:cs typeface="Poppins Light"/>
                <a:sym typeface="Poppins Light"/>
              </a:endParaRPr>
            </a:p>
          </p:txBody>
        </p:sp>
        <p:sp>
          <p:nvSpPr>
            <p:cNvPr id="385" name="Google Shape;385;p40"/>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pic>
        <p:nvPicPr>
          <p:cNvPr id="3" name="Picture 2">
            <a:extLst>
              <a:ext uri="{FF2B5EF4-FFF2-40B4-BE49-F238E27FC236}">
                <a16:creationId xmlns:a16="http://schemas.microsoft.com/office/drawing/2014/main" id="{816A0220-9592-6B0D-5E52-5CC076891476}"/>
              </a:ext>
            </a:extLst>
          </p:cNvPr>
          <p:cNvPicPr>
            <a:picLocks noChangeAspect="1"/>
          </p:cNvPicPr>
          <p:nvPr/>
        </p:nvPicPr>
        <p:blipFill>
          <a:blip r:embed="rId3"/>
          <a:stretch>
            <a:fillRect/>
          </a:stretch>
        </p:blipFill>
        <p:spPr>
          <a:xfrm>
            <a:off x="1346775" y="1992848"/>
            <a:ext cx="2611698" cy="2638003"/>
          </a:xfrm>
          <a:prstGeom prst="rect">
            <a:avLst/>
          </a:prstGeom>
        </p:spPr>
      </p:pic>
      <p:pic>
        <p:nvPicPr>
          <p:cNvPr id="5" name="Picture 4">
            <a:extLst>
              <a:ext uri="{FF2B5EF4-FFF2-40B4-BE49-F238E27FC236}">
                <a16:creationId xmlns:a16="http://schemas.microsoft.com/office/drawing/2014/main" id="{77064FB9-0F3D-E318-1BC5-2115E8F01799}"/>
              </a:ext>
            </a:extLst>
          </p:cNvPr>
          <p:cNvPicPr>
            <a:picLocks noChangeAspect="1"/>
          </p:cNvPicPr>
          <p:nvPr/>
        </p:nvPicPr>
        <p:blipFill>
          <a:blip r:embed="rId4"/>
          <a:stretch>
            <a:fillRect/>
          </a:stretch>
        </p:blipFill>
        <p:spPr>
          <a:xfrm>
            <a:off x="8166437" y="2013329"/>
            <a:ext cx="2611699" cy="2617522"/>
          </a:xfrm>
          <a:prstGeom prst="rect">
            <a:avLst/>
          </a:prstGeom>
        </p:spPr>
      </p:pic>
      <p:pic>
        <p:nvPicPr>
          <p:cNvPr id="7" name="Picture 6">
            <a:extLst>
              <a:ext uri="{FF2B5EF4-FFF2-40B4-BE49-F238E27FC236}">
                <a16:creationId xmlns:a16="http://schemas.microsoft.com/office/drawing/2014/main" id="{517834C5-6572-489C-40AB-257222F828D9}"/>
              </a:ext>
            </a:extLst>
          </p:cNvPr>
          <p:cNvPicPr>
            <a:picLocks noChangeAspect="1"/>
          </p:cNvPicPr>
          <p:nvPr/>
        </p:nvPicPr>
        <p:blipFill>
          <a:blip r:embed="rId5"/>
          <a:stretch>
            <a:fillRect/>
          </a:stretch>
        </p:blipFill>
        <p:spPr>
          <a:xfrm>
            <a:off x="4775296" y="1992848"/>
            <a:ext cx="2641407" cy="2638003"/>
          </a:xfrm>
          <a:prstGeom prst="rect">
            <a:avLst/>
          </a:prstGeom>
        </p:spPr>
      </p:pic>
      <p:sp>
        <p:nvSpPr>
          <p:cNvPr id="8" name="Slide Number Placeholder 7">
            <a:extLst>
              <a:ext uri="{FF2B5EF4-FFF2-40B4-BE49-F238E27FC236}">
                <a16:creationId xmlns:a16="http://schemas.microsoft.com/office/drawing/2014/main" id="{E64815DE-FFA9-6F63-10EF-4071C82E34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5"/>
          <p:cNvSpPr txBox="1">
            <a:spLocks noGrp="1"/>
          </p:cNvSpPr>
          <p:nvPr>
            <p:ph type="title"/>
          </p:nvPr>
        </p:nvSpPr>
        <p:spPr>
          <a:xfrm>
            <a:off x="415625" y="701750"/>
            <a:ext cx="113607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SzPts val="990"/>
              <a:buNone/>
            </a:pPr>
            <a:r>
              <a:rPr lang="en" dirty="0">
                <a:latin typeface="+mj-lt"/>
              </a:rPr>
              <a:t>ROBOT TỰ CÂN BẰNG SỬ DỤNG STM32</a:t>
            </a:r>
            <a:endParaRPr dirty="0">
              <a:latin typeface="+mj-lt"/>
            </a:endParaRPr>
          </a:p>
        </p:txBody>
      </p:sp>
      <p:sp>
        <p:nvSpPr>
          <p:cNvPr id="193" name="Google Shape;193;p25"/>
          <p:cNvSpPr txBox="1">
            <a:spLocks noGrp="1"/>
          </p:cNvSpPr>
          <p:nvPr>
            <p:ph type="subTitle" idx="1"/>
          </p:nvPr>
        </p:nvSpPr>
        <p:spPr>
          <a:xfrm>
            <a:off x="415613" y="1816450"/>
            <a:ext cx="4573637" cy="4572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852"/>
              <a:buNone/>
            </a:pPr>
            <a:r>
              <a:rPr lang="en" sz="2200" dirty="0">
                <a:latin typeface="+mj-lt"/>
              </a:rPr>
              <a:t>01 &gt;TỔNG QUAN</a:t>
            </a:r>
            <a:endParaRPr sz="2200" dirty="0">
              <a:latin typeface="+mj-lt"/>
            </a:endParaRPr>
          </a:p>
        </p:txBody>
      </p:sp>
      <p:sp>
        <p:nvSpPr>
          <p:cNvPr id="194" name="Google Shape;194;p25"/>
          <p:cNvSpPr txBox="1">
            <a:spLocks noGrp="1"/>
          </p:cNvSpPr>
          <p:nvPr>
            <p:ph type="body" idx="2"/>
          </p:nvPr>
        </p:nvSpPr>
        <p:spPr>
          <a:xfrm>
            <a:off x="415632" y="2482431"/>
            <a:ext cx="4573617" cy="1297800"/>
          </a:xfrm>
          <a:prstGeom prst="rect">
            <a:avLst/>
          </a:prstGeom>
        </p:spPr>
        <p:txBody>
          <a:bodyPr spcFirstLastPara="1" wrap="square" lIns="121900" tIns="121900" rIns="121900" bIns="121900" anchor="t" anchorCtr="0">
            <a:normAutofit/>
          </a:bodyPr>
          <a:lstStyle/>
          <a:p>
            <a:pPr marL="0" lvl="0" indent="0" algn="l" rtl="0">
              <a:spcBef>
                <a:spcPts val="0"/>
              </a:spcBef>
              <a:spcAft>
                <a:spcPts val="1600"/>
              </a:spcAft>
              <a:buNone/>
            </a:pPr>
            <a:r>
              <a:rPr lang="en-US" sz="2200" dirty="0" err="1">
                <a:latin typeface="+mj-lt"/>
              </a:rPr>
              <a:t>Lĩnh</a:t>
            </a:r>
            <a:r>
              <a:rPr lang="en-US" sz="2200" dirty="0">
                <a:latin typeface="+mj-lt"/>
              </a:rPr>
              <a:t> </a:t>
            </a:r>
            <a:r>
              <a:rPr lang="en-US" sz="2200" dirty="0" err="1">
                <a:latin typeface="+mj-lt"/>
              </a:rPr>
              <a:t>vực</a:t>
            </a:r>
            <a:r>
              <a:rPr lang="en-US" sz="2200" dirty="0">
                <a:latin typeface="+mj-lt"/>
              </a:rPr>
              <a:t> </a:t>
            </a:r>
            <a:r>
              <a:rPr lang="en-US" sz="2200" dirty="0" err="1">
                <a:latin typeface="+mj-lt"/>
              </a:rPr>
              <a:t>liên</a:t>
            </a:r>
            <a:r>
              <a:rPr lang="en-US" sz="2200" dirty="0">
                <a:latin typeface="+mj-lt"/>
              </a:rPr>
              <a:t> </a:t>
            </a:r>
            <a:r>
              <a:rPr lang="en-US" sz="2200" dirty="0" err="1">
                <a:latin typeface="+mj-lt"/>
              </a:rPr>
              <a:t>quan</a:t>
            </a:r>
            <a:r>
              <a:rPr lang="en-US" sz="2200" dirty="0">
                <a:latin typeface="+mj-lt"/>
              </a:rPr>
              <a:t> </a:t>
            </a:r>
            <a:r>
              <a:rPr lang="en-US" sz="2200" dirty="0" err="1">
                <a:latin typeface="+mj-lt"/>
              </a:rPr>
              <a:t>và</a:t>
            </a:r>
            <a:r>
              <a:rPr lang="en-US" sz="2200" dirty="0">
                <a:latin typeface="+mj-lt"/>
              </a:rPr>
              <a:t> </a:t>
            </a:r>
            <a:r>
              <a:rPr lang="en-US" sz="2200" dirty="0" err="1">
                <a:latin typeface="+mj-lt"/>
              </a:rPr>
              <a:t>mục</a:t>
            </a:r>
            <a:r>
              <a:rPr lang="en-US" sz="2200" dirty="0">
                <a:latin typeface="+mj-lt"/>
              </a:rPr>
              <a:t> </a:t>
            </a:r>
            <a:r>
              <a:rPr lang="en-US" sz="2200" dirty="0" err="1">
                <a:latin typeface="+mj-lt"/>
              </a:rPr>
              <a:t>tiêu</a:t>
            </a:r>
            <a:r>
              <a:rPr lang="en-US" sz="2200" dirty="0">
                <a:latin typeface="+mj-lt"/>
              </a:rPr>
              <a:t> </a:t>
            </a:r>
            <a:r>
              <a:rPr lang="en-US" sz="2200" dirty="0" err="1">
                <a:latin typeface="+mj-lt"/>
              </a:rPr>
              <a:t>cần</a:t>
            </a:r>
            <a:r>
              <a:rPr lang="en-US" sz="2200" dirty="0">
                <a:latin typeface="+mj-lt"/>
              </a:rPr>
              <a:t> </a:t>
            </a:r>
            <a:r>
              <a:rPr lang="en-US" sz="2200" dirty="0" err="1">
                <a:latin typeface="+mj-lt"/>
              </a:rPr>
              <a:t>nghiên</a:t>
            </a:r>
            <a:r>
              <a:rPr lang="en-US" sz="2200" dirty="0">
                <a:latin typeface="+mj-lt"/>
              </a:rPr>
              <a:t> </a:t>
            </a:r>
            <a:r>
              <a:rPr lang="en-US" sz="2200" dirty="0" err="1">
                <a:latin typeface="+mj-lt"/>
              </a:rPr>
              <a:t>cứu</a:t>
            </a:r>
            <a:endParaRPr lang="en-US" sz="2200" dirty="0">
              <a:latin typeface="+mj-lt"/>
            </a:endParaRPr>
          </a:p>
        </p:txBody>
      </p:sp>
      <p:sp>
        <p:nvSpPr>
          <p:cNvPr id="195" name="Google Shape;195;p25"/>
          <p:cNvSpPr txBox="1">
            <a:spLocks noGrp="1"/>
          </p:cNvSpPr>
          <p:nvPr>
            <p:ph type="subTitle" idx="3"/>
          </p:nvPr>
        </p:nvSpPr>
        <p:spPr>
          <a:xfrm>
            <a:off x="7202752" y="1816450"/>
            <a:ext cx="4470462" cy="4572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852"/>
              <a:buNone/>
            </a:pPr>
            <a:r>
              <a:rPr lang="en" sz="2200" dirty="0">
                <a:latin typeface="+mj-lt"/>
              </a:rPr>
              <a:t>02 &gt; SẢN PHẨM DỰ KIẾN</a:t>
            </a:r>
            <a:endParaRPr sz="2200" dirty="0">
              <a:latin typeface="+mj-lt"/>
            </a:endParaRPr>
          </a:p>
        </p:txBody>
      </p:sp>
      <p:sp>
        <p:nvSpPr>
          <p:cNvPr id="196" name="Google Shape;196;p25"/>
          <p:cNvSpPr txBox="1">
            <a:spLocks noGrp="1"/>
          </p:cNvSpPr>
          <p:nvPr>
            <p:ph type="body" idx="4"/>
          </p:nvPr>
        </p:nvSpPr>
        <p:spPr>
          <a:xfrm>
            <a:off x="7202752" y="2482431"/>
            <a:ext cx="4470488" cy="1297800"/>
          </a:xfrm>
          <a:prstGeom prst="rect">
            <a:avLst/>
          </a:prstGeom>
        </p:spPr>
        <p:txBody>
          <a:bodyPr spcFirstLastPara="1" wrap="square" lIns="121900" tIns="121900" rIns="121900" bIns="121900" anchor="t" anchorCtr="0">
            <a:normAutofit/>
          </a:bodyPr>
          <a:lstStyle/>
          <a:p>
            <a:pPr marL="0" lvl="0" indent="0" algn="l" rtl="0">
              <a:spcBef>
                <a:spcPts val="0"/>
              </a:spcBef>
              <a:spcAft>
                <a:spcPts val="1600"/>
              </a:spcAft>
              <a:buNone/>
            </a:pPr>
            <a:r>
              <a:rPr lang="en-US" sz="2200" dirty="0" err="1">
                <a:latin typeface="+mj-lt"/>
              </a:rPr>
              <a:t>Chức</a:t>
            </a:r>
            <a:r>
              <a:rPr lang="en-US" sz="2200" dirty="0">
                <a:latin typeface="+mj-lt"/>
              </a:rPr>
              <a:t> </a:t>
            </a:r>
            <a:r>
              <a:rPr lang="en-US" sz="2200" dirty="0" err="1">
                <a:latin typeface="+mj-lt"/>
              </a:rPr>
              <a:t>năng</a:t>
            </a:r>
            <a:r>
              <a:rPr lang="en-US" sz="2200" dirty="0">
                <a:latin typeface="+mj-lt"/>
              </a:rPr>
              <a:t> </a:t>
            </a:r>
            <a:r>
              <a:rPr lang="en-US" sz="2200" dirty="0" err="1">
                <a:latin typeface="+mj-lt"/>
              </a:rPr>
              <a:t>trong</a:t>
            </a:r>
            <a:r>
              <a:rPr lang="en-US" sz="2200" dirty="0">
                <a:latin typeface="+mj-lt"/>
              </a:rPr>
              <a:t> </a:t>
            </a:r>
            <a:r>
              <a:rPr lang="en-US" sz="2200" dirty="0" err="1">
                <a:latin typeface="+mj-lt"/>
              </a:rPr>
              <a:t>nghiên</a:t>
            </a:r>
            <a:r>
              <a:rPr lang="en-US" sz="2200" dirty="0">
                <a:latin typeface="+mj-lt"/>
              </a:rPr>
              <a:t> </a:t>
            </a:r>
            <a:r>
              <a:rPr lang="en-US" sz="2200" dirty="0" err="1">
                <a:latin typeface="+mj-lt"/>
              </a:rPr>
              <a:t>cứu</a:t>
            </a:r>
            <a:r>
              <a:rPr lang="en-US" sz="2200" dirty="0">
                <a:latin typeface="+mj-lt"/>
              </a:rPr>
              <a:t> </a:t>
            </a:r>
            <a:r>
              <a:rPr lang="en-US" sz="2200" dirty="0" err="1">
                <a:latin typeface="+mj-lt"/>
              </a:rPr>
              <a:t>và</a:t>
            </a:r>
            <a:r>
              <a:rPr lang="en-US" sz="2200" dirty="0">
                <a:latin typeface="+mj-lt"/>
              </a:rPr>
              <a:t> </a:t>
            </a:r>
            <a:r>
              <a:rPr lang="en-US" sz="2200" dirty="0" err="1">
                <a:latin typeface="+mj-lt"/>
              </a:rPr>
              <a:t>ứng</a:t>
            </a:r>
            <a:r>
              <a:rPr lang="en-US" sz="2200" dirty="0">
                <a:latin typeface="+mj-lt"/>
              </a:rPr>
              <a:t> </a:t>
            </a:r>
            <a:r>
              <a:rPr lang="en-US" sz="2200" dirty="0" err="1">
                <a:latin typeface="+mj-lt"/>
              </a:rPr>
              <a:t>dụng</a:t>
            </a:r>
            <a:endParaRPr sz="2200" dirty="0">
              <a:latin typeface="+mj-lt"/>
            </a:endParaRPr>
          </a:p>
        </p:txBody>
      </p:sp>
      <p:sp>
        <p:nvSpPr>
          <p:cNvPr id="199" name="Google Shape;199;p25"/>
          <p:cNvSpPr txBox="1">
            <a:spLocks noGrp="1"/>
          </p:cNvSpPr>
          <p:nvPr>
            <p:ph type="subTitle" idx="7"/>
          </p:nvPr>
        </p:nvSpPr>
        <p:spPr>
          <a:xfrm>
            <a:off x="415550" y="4128745"/>
            <a:ext cx="4573616" cy="4572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852"/>
              <a:buNone/>
            </a:pPr>
            <a:r>
              <a:rPr lang="vi-VN" sz="2200" dirty="0">
                <a:latin typeface="+mj-lt"/>
              </a:rPr>
              <a:t>03</a:t>
            </a:r>
            <a:r>
              <a:rPr lang="en" sz="2200" dirty="0">
                <a:latin typeface="+mj-lt"/>
              </a:rPr>
              <a:t> &gt; CÁC LINH KIỆN</a:t>
            </a:r>
            <a:endParaRPr sz="2200" dirty="0">
              <a:latin typeface="+mj-lt"/>
            </a:endParaRPr>
          </a:p>
        </p:txBody>
      </p:sp>
      <p:sp>
        <p:nvSpPr>
          <p:cNvPr id="200" name="Google Shape;200;p25"/>
          <p:cNvSpPr txBox="1">
            <a:spLocks noGrp="1"/>
          </p:cNvSpPr>
          <p:nvPr>
            <p:ph type="body" idx="8"/>
          </p:nvPr>
        </p:nvSpPr>
        <p:spPr>
          <a:xfrm>
            <a:off x="415545" y="4858456"/>
            <a:ext cx="4573615" cy="1297800"/>
          </a:xfrm>
          <a:prstGeom prst="rect">
            <a:avLst/>
          </a:prstGeom>
        </p:spPr>
        <p:txBody>
          <a:bodyPr spcFirstLastPara="1" wrap="square" lIns="121900" tIns="121900" rIns="121900" bIns="121900" anchor="t" anchorCtr="0">
            <a:normAutofit/>
          </a:bodyPr>
          <a:lstStyle/>
          <a:p>
            <a:pPr marL="0" lvl="0" indent="0" algn="l" rtl="0">
              <a:spcBef>
                <a:spcPts val="0"/>
              </a:spcBef>
              <a:spcAft>
                <a:spcPts val="1600"/>
              </a:spcAft>
              <a:buNone/>
            </a:pPr>
            <a:r>
              <a:rPr lang="en" sz="2200" dirty="0">
                <a:latin typeface="+mj-lt"/>
              </a:rPr>
              <a:t>Các linh kiện cần thiết để thiết kế mô hình</a:t>
            </a:r>
            <a:endParaRPr sz="2200" dirty="0">
              <a:latin typeface="+mj-lt"/>
            </a:endParaRPr>
          </a:p>
        </p:txBody>
      </p:sp>
      <p:sp>
        <p:nvSpPr>
          <p:cNvPr id="201" name="Google Shape;201;p25"/>
          <p:cNvSpPr txBox="1">
            <a:spLocks noGrp="1"/>
          </p:cNvSpPr>
          <p:nvPr>
            <p:ph type="subTitle" idx="9"/>
          </p:nvPr>
        </p:nvSpPr>
        <p:spPr>
          <a:xfrm>
            <a:off x="7202664" y="4128745"/>
            <a:ext cx="4470488" cy="457200"/>
          </a:xfrm>
          <a:prstGeom prst="rect">
            <a:avLst/>
          </a:prstGeom>
        </p:spPr>
        <p:txBody>
          <a:bodyPr spcFirstLastPara="1" wrap="square" lIns="121900" tIns="121900" rIns="121900" bIns="121900" anchor="t" anchorCtr="0">
            <a:noAutofit/>
          </a:bodyPr>
          <a:lstStyle/>
          <a:p>
            <a:pPr marL="0" lvl="0" indent="0" algn="l" rtl="0">
              <a:spcBef>
                <a:spcPts val="0"/>
              </a:spcBef>
              <a:spcAft>
                <a:spcPts val="0"/>
              </a:spcAft>
              <a:buSzPts val="852"/>
              <a:buNone/>
            </a:pPr>
            <a:r>
              <a:rPr lang="vi-VN" sz="2200" dirty="0">
                <a:latin typeface="+mj-lt"/>
              </a:rPr>
              <a:t>04</a:t>
            </a:r>
            <a:r>
              <a:rPr lang="en" sz="2200" dirty="0">
                <a:latin typeface="+mj-lt"/>
              </a:rPr>
              <a:t> &gt; GIẢI PHÁP THỰC HIỆN</a:t>
            </a:r>
            <a:endParaRPr sz="2200" dirty="0">
              <a:latin typeface="+mj-lt"/>
            </a:endParaRPr>
          </a:p>
        </p:txBody>
      </p:sp>
      <p:sp>
        <p:nvSpPr>
          <p:cNvPr id="202" name="Google Shape;202;p25"/>
          <p:cNvSpPr txBox="1">
            <a:spLocks noGrp="1"/>
          </p:cNvSpPr>
          <p:nvPr>
            <p:ph type="body" idx="13"/>
          </p:nvPr>
        </p:nvSpPr>
        <p:spPr>
          <a:xfrm>
            <a:off x="7202664" y="4858456"/>
            <a:ext cx="4470489" cy="1297800"/>
          </a:xfrm>
          <a:prstGeom prst="rect">
            <a:avLst/>
          </a:prstGeom>
        </p:spPr>
        <p:txBody>
          <a:bodyPr spcFirstLastPara="1" wrap="square" lIns="121900" tIns="121900" rIns="121900" bIns="121900" anchor="t" anchorCtr="0">
            <a:normAutofit/>
          </a:bodyPr>
          <a:lstStyle/>
          <a:p>
            <a:pPr marL="0" lvl="0" indent="0" algn="l" rtl="0">
              <a:spcBef>
                <a:spcPts val="0"/>
              </a:spcBef>
              <a:spcAft>
                <a:spcPts val="1600"/>
              </a:spcAft>
              <a:buNone/>
            </a:pPr>
            <a:r>
              <a:rPr lang="en" sz="2200" dirty="0">
                <a:latin typeface="+mj-lt"/>
              </a:rPr>
              <a:t>Một số ứng dụng, phương pháp thực hiện đề tài</a:t>
            </a:r>
            <a:endParaRPr sz="2200" dirty="0">
              <a:latin typeface="+mj-lt"/>
            </a:endParaRPr>
          </a:p>
        </p:txBody>
      </p:sp>
      <p:grpSp>
        <p:nvGrpSpPr>
          <p:cNvPr id="205" name="Google Shape;205;p25"/>
          <p:cNvGrpSpPr/>
          <p:nvPr/>
        </p:nvGrpSpPr>
        <p:grpSpPr>
          <a:xfrm>
            <a:off x="4532073" y="1816440"/>
            <a:ext cx="457177" cy="457206"/>
            <a:chOff x="7610238" y="5297650"/>
            <a:chExt cx="467700" cy="478800"/>
          </a:xfrm>
        </p:grpSpPr>
        <p:sp>
          <p:nvSpPr>
            <p:cNvPr id="206" name="Google Shape;206;p25"/>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200">
                <a:latin typeface="+mj-lt"/>
                <a:ea typeface="Poppins Light"/>
                <a:cs typeface="Poppins Light"/>
                <a:sym typeface="Poppins Light"/>
              </a:endParaRPr>
            </a:p>
          </p:txBody>
        </p:sp>
        <p:sp>
          <p:nvSpPr>
            <p:cNvPr id="207" name="Google Shape;207;p25"/>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200" b="0" i="0" u="none" strike="noStrike" cap="none">
                <a:solidFill>
                  <a:srgbClr val="000000"/>
                </a:solidFill>
                <a:latin typeface="+mj-lt"/>
                <a:ea typeface="Arial"/>
                <a:cs typeface="Arial"/>
                <a:sym typeface="Arial"/>
              </a:endParaRPr>
            </a:p>
          </p:txBody>
        </p:sp>
      </p:grpSp>
      <p:grpSp>
        <p:nvGrpSpPr>
          <p:cNvPr id="208" name="Google Shape;208;p25"/>
          <p:cNvGrpSpPr/>
          <p:nvPr/>
        </p:nvGrpSpPr>
        <p:grpSpPr>
          <a:xfrm>
            <a:off x="11216072" y="1816440"/>
            <a:ext cx="457177" cy="457206"/>
            <a:chOff x="7610238" y="5297650"/>
            <a:chExt cx="467700" cy="478800"/>
          </a:xfrm>
        </p:grpSpPr>
        <p:sp>
          <p:nvSpPr>
            <p:cNvPr id="209" name="Google Shape;209;p25"/>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200">
                <a:latin typeface="+mj-lt"/>
                <a:ea typeface="Poppins Light"/>
                <a:cs typeface="Poppins Light"/>
                <a:sym typeface="Poppins Light"/>
              </a:endParaRPr>
            </a:p>
          </p:txBody>
        </p:sp>
        <p:sp>
          <p:nvSpPr>
            <p:cNvPr id="210" name="Google Shape;210;p25"/>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200" b="0" i="0" u="none" strike="noStrike" cap="none">
                <a:solidFill>
                  <a:srgbClr val="000000"/>
                </a:solidFill>
                <a:latin typeface="+mj-lt"/>
                <a:ea typeface="Arial"/>
                <a:cs typeface="Arial"/>
                <a:sym typeface="Arial"/>
              </a:endParaRPr>
            </a:p>
          </p:txBody>
        </p:sp>
      </p:grpSp>
      <p:grpSp>
        <p:nvGrpSpPr>
          <p:cNvPr id="214" name="Google Shape;214;p25"/>
          <p:cNvGrpSpPr/>
          <p:nvPr/>
        </p:nvGrpSpPr>
        <p:grpSpPr>
          <a:xfrm>
            <a:off x="4532073" y="4128740"/>
            <a:ext cx="457177" cy="457206"/>
            <a:chOff x="7610238" y="5297650"/>
            <a:chExt cx="467700" cy="478800"/>
          </a:xfrm>
        </p:grpSpPr>
        <p:sp>
          <p:nvSpPr>
            <p:cNvPr id="215" name="Google Shape;215;p25"/>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200">
                <a:latin typeface="+mj-lt"/>
                <a:ea typeface="Poppins Light"/>
                <a:cs typeface="Poppins Light"/>
                <a:sym typeface="Poppins Light"/>
              </a:endParaRPr>
            </a:p>
          </p:txBody>
        </p:sp>
        <p:sp>
          <p:nvSpPr>
            <p:cNvPr id="216" name="Google Shape;216;p25"/>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200" b="0" i="0" u="none" strike="noStrike" cap="none">
                <a:solidFill>
                  <a:srgbClr val="000000"/>
                </a:solidFill>
                <a:latin typeface="+mj-lt"/>
                <a:ea typeface="Arial"/>
                <a:cs typeface="Arial"/>
                <a:sym typeface="Arial"/>
              </a:endParaRPr>
            </a:p>
          </p:txBody>
        </p:sp>
      </p:grpSp>
      <p:grpSp>
        <p:nvGrpSpPr>
          <p:cNvPr id="217" name="Google Shape;217;p25"/>
          <p:cNvGrpSpPr/>
          <p:nvPr/>
        </p:nvGrpSpPr>
        <p:grpSpPr>
          <a:xfrm>
            <a:off x="11216084" y="4128740"/>
            <a:ext cx="457177" cy="457206"/>
            <a:chOff x="7610238" y="5297650"/>
            <a:chExt cx="467700" cy="478800"/>
          </a:xfrm>
        </p:grpSpPr>
        <p:sp>
          <p:nvSpPr>
            <p:cNvPr id="218" name="Google Shape;218;p25"/>
            <p:cNvSpPr/>
            <p:nvPr/>
          </p:nvSpPr>
          <p:spPr>
            <a:xfrm>
              <a:off x="7610238" y="5297650"/>
              <a:ext cx="467700" cy="478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200">
                <a:latin typeface="+mj-lt"/>
                <a:ea typeface="Poppins Light"/>
                <a:cs typeface="Poppins Light"/>
                <a:sym typeface="Poppins Light"/>
              </a:endParaRPr>
            </a:p>
          </p:txBody>
        </p:sp>
        <p:sp>
          <p:nvSpPr>
            <p:cNvPr id="219" name="Google Shape;219;p25"/>
            <p:cNvSpPr/>
            <p:nvPr/>
          </p:nvSpPr>
          <p:spPr>
            <a:xfrm>
              <a:off x="7761564" y="5398163"/>
              <a:ext cx="165049" cy="277785"/>
            </a:xfrm>
            <a:custGeom>
              <a:avLst/>
              <a:gdLst/>
              <a:ahLst/>
              <a:cxnLst/>
              <a:rect l="l" t="t" r="r" b="b"/>
              <a:pathLst>
                <a:path w="90314" h="152003" extrusionOk="0">
                  <a:moveTo>
                    <a:pt x="9837" y="1"/>
                  </a:moveTo>
                  <a:cubicBezTo>
                    <a:pt x="7328" y="-28"/>
                    <a:pt x="4818" y="915"/>
                    <a:pt x="2915" y="2794"/>
                  </a:cubicBezTo>
                  <a:cubicBezTo>
                    <a:pt x="-931" y="6550"/>
                    <a:pt x="-971" y="12691"/>
                    <a:pt x="2794" y="16533"/>
                  </a:cubicBezTo>
                  <a:lnTo>
                    <a:pt x="62827" y="77919"/>
                  </a:lnTo>
                  <a:lnTo>
                    <a:pt x="4008" y="135297"/>
                  </a:lnTo>
                  <a:cubicBezTo>
                    <a:pt x="162" y="139050"/>
                    <a:pt x="122" y="145191"/>
                    <a:pt x="3887" y="149032"/>
                  </a:cubicBezTo>
                  <a:cubicBezTo>
                    <a:pt x="7611" y="152874"/>
                    <a:pt x="13764" y="153028"/>
                    <a:pt x="17610" y="149275"/>
                  </a:cubicBezTo>
                  <a:lnTo>
                    <a:pt x="90314" y="78162"/>
                  </a:lnTo>
                  <a:lnTo>
                    <a:pt x="16638" y="2915"/>
                  </a:lnTo>
                  <a:cubicBezTo>
                    <a:pt x="14776" y="996"/>
                    <a:pt x="12307" y="25"/>
                    <a:pt x="9837" y="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2200" b="0" i="0" u="none" strike="noStrike" cap="none">
                <a:solidFill>
                  <a:srgbClr val="000000"/>
                </a:solidFill>
                <a:latin typeface="+mj-lt"/>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6"/>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SzPts val="990"/>
              <a:buNone/>
            </a:pPr>
            <a:r>
              <a:rPr lang="en" dirty="0">
                <a:latin typeface="+mj-lt"/>
              </a:rPr>
              <a:t>TỔNG QUAN</a:t>
            </a:r>
            <a:endParaRPr dirty="0">
              <a:latin typeface="+mj-lt"/>
            </a:endParaRPr>
          </a:p>
        </p:txBody>
      </p:sp>
      <p:sp>
        <p:nvSpPr>
          <p:cNvPr id="228" name="Google Shape;228;p26"/>
          <p:cNvSpPr/>
          <p:nvPr/>
        </p:nvSpPr>
        <p:spPr>
          <a:xfrm>
            <a:off x="1166663" y="1041346"/>
            <a:ext cx="901275" cy="737001"/>
          </a:xfrm>
          <a:prstGeom prst="rect">
            <a:avLst/>
          </a:prstGeom>
        </p:spPr>
        <p:txBody>
          <a:bodyPr>
            <a:prstTxWarp prst="textPlain">
              <a:avLst/>
            </a:prstTxWarp>
          </a:bodyPr>
          <a:lstStyle/>
          <a:p>
            <a:pPr lvl="0" algn="ctr"/>
            <a:r>
              <a:rPr b="1" i="0">
                <a:ln>
                  <a:noFill/>
                </a:ln>
                <a:solidFill>
                  <a:schemeClr val="lt1"/>
                </a:solidFill>
                <a:latin typeface="Poppins"/>
              </a:rPr>
              <a:t>01</a:t>
            </a:r>
          </a:p>
        </p:txBody>
      </p:sp>
      <p:sp>
        <p:nvSpPr>
          <p:cNvPr id="4" name="Slide Number Placeholder 3">
            <a:extLst>
              <a:ext uri="{FF2B5EF4-FFF2-40B4-BE49-F238E27FC236}">
                <a16:creationId xmlns:a16="http://schemas.microsoft.com/office/drawing/2014/main" id="{C00013CD-D2B6-A603-79E8-D0252B9475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1373700" y="980963"/>
            <a:ext cx="94446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SzPts val="990"/>
              <a:buNone/>
            </a:pPr>
            <a:r>
              <a:rPr lang="en-US" sz="3200">
                <a:latin typeface="+mj-lt"/>
              </a:rPr>
              <a:t>Tổng quan</a:t>
            </a:r>
            <a:endParaRPr lang="en-US" sz="3200" dirty="0">
              <a:latin typeface="+mj-lt"/>
            </a:endParaRPr>
          </a:p>
        </p:txBody>
      </p:sp>
      <p:sp>
        <p:nvSpPr>
          <p:cNvPr id="235" name="Google Shape;235;p27"/>
          <p:cNvSpPr txBox="1">
            <a:spLocks noGrp="1"/>
          </p:cNvSpPr>
          <p:nvPr>
            <p:ph type="body" idx="1"/>
          </p:nvPr>
        </p:nvSpPr>
        <p:spPr>
          <a:xfrm>
            <a:off x="1373700" y="1890943"/>
            <a:ext cx="9444600" cy="3915073"/>
          </a:xfrm>
          <a:prstGeom prst="rect">
            <a:avLst/>
          </a:prstGeom>
        </p:spPr>
        <p:txBody>
          <a:bodyPr spcFirstLastPara="1" wrap="square" lIns="121900" tIns="121900" rIns="121900" bIns="121900" anchor="t" anchorCtr="0">
            <a:noAutofit/>
          </a:bodyPr>
          <a:lstStyle/>
          <a:p>
            <a:pPr marL="342900" lvl="0" indent="-342900" algn="l" rtl="0">
              <a:spcBef>
                <a:spcPts val="0"/>
              </a:spcBef>
              <a:spcAft>
                <a:spcPts val="0"/>
              </a:spcAft>
              <a:buFontTx/>
              <a:buChar char="-"/>
            </a:pPr>
            <a:r>
              <a:rPr lang="vi-VN" sz="2200" dirty="0">
                <a:latin typeface="+mn-lt"/>
              </a:rPr>
              <a:t>Robot di động là một trong những hướng nghiên cứu quan trọng của lĩnh vực robot và tự động hóa. Trong đó, robot hai bánh tự cân bằng (Two-wheeled Self-Balancing Robot) được xem là một hệ thống tiêu biểu để nghiên cứu, do đặc trưng là một hệ động lực học không ổn định, có thể được mô hình hóa như bài toán con lắc ngược.</a:t>
            </a:r>
          </a:p>
          <a:p>
            <a:pPr marL="342900" lvl="0" indent="-342900" algn="l" rtl="0">
              <a:spcBef>
                <a:spcPts val="0"/>
              </a:spcBef>
              <a:spcAft>
                <a:spcPts val="0"/>
              </a:spcAft>
              <a:buFontTx/>
              <a:buChar char="-"/>
            </a:pPr>
            <a:r>
              <a:rPr lang="vi-VN" sz="2200" dirty="0">
                <a:latin typeface="+mn-lt"/>
              </a:rPr>
              <a:t>Nó trở thành nền tảng nghiên cứu lý tưởng cho các lĩnh vực: Lý thuyết điều khiển hiện đại; ứng dụng cảm ; thiết kế cơ khí – điện tử tích hợp (cơ cấu truyền động, mạch điều khiển, nguồn năng lượng). </a:t>
            </a:r>
          </a:p>
          <a:p>
            <a:pPr marL="0" lvl="0" indent="0" algn="l" rtl="0">
              <a:spcBef>
                <a:spcPts val="0"/>
              </a:spcBef>
              <a:spcAft>
                <a:spcPts val="0"/>
              </a:spcAft>
              <a:buNone/>
            </a:pPr>
            <a:r>
              <a:rPr lang="vi-VN" sz="2200" dirty="0">
                <a:latin typeface="+mn-lt"/>
                <a:sym typeface="Wingdings" panose="05000000000000000000" pitchFamily="2" charset="2"/>
              </a:rPr>
              <a:t> V</a:t>
            </a:r>
            <a:r>
              <a:rPr lang="vi-VN" sz="2200" dirty="0">
                <a:latin typeface="+mn-lt"/>
              </a:rPr>
              <a:t>iệc nghiên cứu và chế tạo robot tự cân bằng không chỉ có giá trị học thuật mà còn có ý nghĩa ứng dụng thực tiễn.</a:t>
            </a:r>
          </a:p>
          <a:p>
            <a:pPr marL="0" lvl="0" indent="0" algn="l" rtl="0">
              <a:spcBef>
                <a:spcPts val="0"/>
              </a:spcBef>
              <a:spcAft>
                <a:spcPts val="0"/>
              </a:spcAft>
              <a:buNone/>
            </a:pPr>
            <a:endParaRPr lang="vi-VN" sz="2200" dirty="0">
              <a:latin typeface="+mn-lt"/>
            </a:endParaRPr>
          </a:p>
        </p:txBody>
      </p:sp>
      <p:sp>
        <p:nvSpPr>
          <p:cNvPr id="2" name="Slide Number Placeholder 1">
            <a:extLst>
              <a:ext uri="{FF2B5EF4-FFF2-40B4-BE49-F238E27FC236}">
                <a16:creationId xmlns:a16="http://schemas.microsoft.com/office/drawing/2014/main" id="{CAED7F54-01E9-F86C-1C7E-6942005F0C0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24C25E0A-F4A0-A08C-0FEE-3066695CFB37}"/>
            </a:ext>
          </a:extLst>
        </p:cNvPr>
        <p:cNvGrpSpPr/>
        <p:nvPr/>
      </p:nvGrpSpPr>
      <p:grpSpPr>
        <a:xfrm>
          <a:off x="0" y="0"/>
          <a:ext cx="0" cy="0"/>
          <a:chOff x="0" y="0"/>
          <a:chExt cx="0" cy="0"/>
        </a:xfrm>
      </p:grpSpPr>
      <p:sp>
        <p:nvSpPr>
          <p:cNvPr id="227" name="Google Shape;227;p26">
            <a:extLst>
              <a:ext uri="{FF2B5EF4-FFF2-40B4-BE49-F238E27FC236}">
                <a16:creationId xmlns:a16="http://schemas.microsoft.com/office/drawing/2014/main" id="{E72D46C4-C984-ACB0-8F97-B17E6307C35F}"/>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SzPts val="990"/>
              <a:buNone/>
            </a:pPr>
            <a:r>
              <a:rPr lang="vi-VN" dirty="0">
                <a:latin typeface="+mn-lt"/>
              </a:rPr>
              <a:t>SẢN PHẨM DỰ KIẾN</a:t>
            </a:r>
            <a:endParaRPr dirty="0">
              <a:latin typeface="+mn-lt"/>
            </a:endParaRPr>
          </a:p>
        </p:txBody>
      </p:sp>
      <p:sp>
        <p:nvSpPr>
          <p:cNvPr id="228" name="Google Shape;228;p26">
            <a:extLst>
              <a:ext uri="{FF2B5EF4-FFF2-40B4-BE49-F238E27FC236}">
                <a16:creationId xmlns:a16="http://schemas.microsoft.com/office/drawing/2014/main" id="{33FB5CE0-F1C9-8016-EDC9-CA0B015E2047}"/>
              </a:ext>
            </a:extLst>
          </p:cNvPr>
          <p:cNvSpPr/>
          <p:nvPr/>
        </p:nvSpPr>
        <p:spPr>
          <a:xfrm>
            <a:off x="1166663" y="1041346"/>
            <a:ext cx="901275" cy="737001"/>
          </a:xfrm>
          <a:prstGeom prst="rect">
            <a:avLst/>
          </a:prstGeom>
        </p:spPr>
        <p:txBody>
          <a:bodyPr>
            <a:prstTxWarp prst="textPlain">
              <a:avLst/>
            </a:prstTxWarp>
          </a:bodyPr>
          <a:lstStyle/>
          <a:p>
            <a:pPr lvl="0" algn="ctr"/>
            <a:r>
              <a:rPr b="1" i="0" dirty="0">
                <a:ln>
                  <a:noFill/>
                </a:ln>
                <a:solidFill>
                  <a:schemeClr val="lt1"/>
                </a:solidFill>
                <a:latin typeface="Poppins"/>
              </a:rPr>
              <a:t>0</a:t>
            </a:r>
            <a:r>
              <a:rPr lang="vi-VN" b="1" i="0" dirty="0">
                <a:ln>
                  <a:noFill/>
                </a:ln>
                <a:solidFill>
                  <a:schemeClr val="lt1"/>
                </a:solidFill>
                <a:latin typeface="Poppins"/>
              </a:rPr>
              <a:t>2</a:t>
            </a:r>
            <a:endParaRPr b="1" i="0" dirty="0">
              <a:ln>
                <a:noFill/>
              </a:ln>
              <a:solidFill>
                <a:schemeClr val="lt1"/>
              </a:solidFill>
              <a:latin typeface="Poppins"/>
            </a:endParaRPr>
          </a:p>
        </p:txBody>
      </p:sp>
      <p:sp>
        <p:nvSpPr>
          <p:cNvPr id="2" name="Slide Number Placeholder 1">
            <a:extLst>
              <a:ext uri="{FF2B5EF4-FFF2-40B4-BE49-F238E27FC236}">
                <a16:creationId xmlns:a16="http://schemas.microsoft.com/office/drawing/2014/main" id="{F2D48F8D-5847-C34E-B43E-6F929F477E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Tree>
    <p:extLst>
      <p:ext uri="{BB962C8B-B14F-4D97-AF65-F5344CB8AC3E}">
        <p14:creationId xmlns:p14="http://schemas.microsoft.com/office/powerpoint/2010/main" val="3552709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C1D236CD-F5B1-38DD-EEB7-414762A5A609}"/>
            </a:ext>
          </a:extLst>
        </p:cNvPr>
        <p:cNvGrpSpPr/>
        <p:nvPr/>
      </p:nvGrpSpPr>
      <p:grpSpPr>
        <a:xfrm>
          <a:off x="0" y="0"/>
          <a:ext cx="0" cy="0"/>
          <a:chOff x="0" y="0"/>
          <a:chExt cx="0" cy="0"/>
        </a:xfrm>
      </p:grpSpPr>
      <p:sp>
        <p:nvSpPr>
          <p:cNvPr id="234" name="Google Shape;234;p27">
            <a:extLst>
              <a:ext uri="{FF2B5EF4-FFF2-40B4-BE49-F238E27FC236}">
                <a16:creationId xmlns:a16="http://schemas.microsoft.com/office/drawing/2014/main" id="{BA534E1D-2AFB-6A76-F164-2512867D1EBD}"/>
              </a:ext>
            </a:extLst>
          </p:cNvPr>
          <p:cNvSpPr txBox="1">
            <a:spLocks noGrp="1"/>
          </p:cNvSpPr>
          <p:nvPr>
            <p:ph type="title"/>
          </p:nvPr>
        </p:nvSpPr>
        <p:spPr>
          <a:xfrm>
            <a:off x="1373700" y="980963"/>
            <a:ext cx="94446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SzPts val="990"/>
              <a:buNone/>
            </a:pPr>
            <a:r>
              <a:rPr lang="vi-VN" sz="3200" dirty="0">
                <a:latin typeface="+mn-lt"/>
              </a:rPr>
              <a:t>Sản phẩm sự kiến</a:t>
            </a:r>
            <a:endParaRPr lang="en-US" sz="3200" dirty="0">
              <a:latin typeface="+mn-lt"/>
            </a:endParaRPr>
          </a:p>
        </p:txBody>
      </p:sp>
      <p:sp>
        <p:nvSpPr>
          <p:cNvPr id="235" name="Google Shape;235;p27">
            <a:extLst>
              <a:ext uri="{FF2B5EF4-FFF2-40B4-BE49-F238E27FC236}">
                <a16:creationId xmlns:a16="http://schemas.microsoft.com/office/drawing/2014/main" id="{5C62DC9F-0C80-ED24-099A-D59EBADB3487}"/>
              </a:ext>
            </a:extLst>
          </p:cNvPr>
          <p:cNvSpPr txBox="1">
            <a:spLocks noGrp="1"/>
          </p:cNvSpPr>
          <p:nvPr>
            <p:ph type="body" idx="1"/>
          </p:nvPr>
        </p:nvSpPr>
        <p:spPr>
          <a:xfrm>
            <a:off x="1373700" y="1961965"/>
            <a:ext cx="5267732" cy="3915072"/>
          </a:xfrm>
          <a:prstGeom prst="rect">
            <a:avLst/>
          </a:prstGeom>
        </p:spPr>
        <p:txBody>
          <a:bodyPr spcFirstLastPara="1" wrap="square" lIns="121900" tIns="121900" rIns="121900" bIns="121900" anchor="t" anchorCtr="0">
            <a:noAutofit/>
          </a:bodyPr>
          <a:lstStyle/>
          <a:p>
            <a:pPr marL="342900" lvl="0" indent="-342900" algn="l" rtl="0">
              <a:spcBef>
                <a:spcPts val="0"/>
              </a:spcBef>
              <a:spcAft>
                <a:spcPts val="0"/>
              </a:spcAft>
              <a:buFontTx/>
              <a:buChar char="-"/>
            </a:pPr>
            <a:r>
              <a:rPr lang="vi-VN" sz="2200" dirty="0">
                <a:latin typeface="+mn-lt"/>
              </a:rPr>
              <a:t>Mục tiêu sử dụng phần mềm STM32 đọc cảm biến, xuất tín hiệu điều kiển động cơ để thiết kế mô hình robot tự cân bằng</a:t>
            </a:r>
          </a:p>
          <a:p>
            <a:pPr marL="342900" lvl="0" indent="-342900" algn="l" rtl="0">
              <a:spcBef>
                <a:spcPts val="0"/>
              </a:spcBef>
              <a:spcAft>
                <a:spcPts val="0"/>
              </a:spcAft>
              <a:buFontTx/>
              <a:buChar char="-"/>
            </a:pPr>
            <a:r>
              <a:rPr lang="vi-VN" sz="2200" dirty="0">
                <a:latin typeface="+mn-lt"/>
              </a:rPr>
              <a:t>Robot tự cân bằng (Self-Balancing Robot) là một hệ thống hai bánh có khả năng giữ thăng bằng nhờ vào việc điều khiển động cơ dựa trên tín hiệu từ cảm biến. </a:t>
            </a:r>
          </a:p>
          <a:p>
            <a:pPr marL="0" lvl="0" indent="0" algn="l" rtl="0">
              <a:spcBef>
                <a:spcPts val="0"/>
              </a:spcBef>
              <a:spcAft>
                <a:spcPts val="0"/>
              </a:spcAft>
              <a:buNone/>
            </a:pPr>
            <a:endParaRPr lang="vi-VN" sz="2200" dirty="0">
              <a:latin typeface="+mn-lt"/>
            </a:endParaRPr>
          </a:p>
        </p:txBody>
      </p:sp>
      <p:pic>
        <p:nvPicPr>
          <p:cNvPr id="1032" name="Picture 8">
            <a:extLst>
              <a:ext uri="{FF2B5EF4-FFF2-40B4-BE49-F238E27FC236}">
                <a16:creationId xmlns:a16="http://schemas.microsoft.com/office/drawing/2014/main" id="{50A618AD-B929-DB74-D738-97858F7ED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1200" y="2102301"/>
            <a:ext cx="3606800" cy="36068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76544153-4A6E-F28D-36CF-027E556868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540611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9"/>
          <p:cNvSpPr txBox="1">
            <a:spLocks noGrp="1"/>
          </p:cNvSpPr>
          <p:nvPr>
            <p:ph type="title"/>
          </p:nvPr>
        </p:nvSpPr>
        <p:spPr>
          <a:xfrm>
            <a:off x="1023100" y="633475"/>
            <a:ext cx="10145700" cy="7635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vi-VN" sz="3200" dirty="0">
                <a:latin typeface="+mn-lt"/>
              </a:rPr>
              <a:t>Các chức năng dự kiến</a:t>
            </a:r>
            <a:endParaRPr sz="3200" dirty="0">
              <a:latin typeface="+mn-lt"/>
            </a:endParaRPr>
          </a:p>
        </p:txBody>
      </p:sp>
      <p:sp>
        <p:nvSpPr>
          <p:cNvPr id="357" name="Google Shape;357;p39"/>
          <p:cNvSpPr txBox="1">
            <a:spLocks noGrp="1"/>
          </p:cNvSpPr>
          <p:nvPr>
            <p:ph type="body" idx="1"/>
          </p:nvPr>
        </p:nvSpPr>
        <p:spPr>
          <a:xfrm>
            <a:off x="1212901" y="2382702"/>
            <a:ext cx="2949597" cy="2374165"/>
          </a:xfrm>
          <a:prstGeom prst="rect">
            <a:avLst/>
          </a:prstGeom>
        </p:spPr>
        <p:txBody>
          <a:bodyPr spcFirstLastPara="1" wrap="square" lIns="121900" tIns="121900" rIns="121900" bIns="121900" anchor="t" anchorCtr="0">
            <a:noAutofit/>
          </a:bodyPr>
          <a:lstStyle/>
          <a:p>
            <a:pPr marL="0" lvl="0" indent="0" algn="just" rtl="0">
              <a:spcBef>
                <a:spcPts val="0"/>
              </a:spcBef>
              <a:spcAft>
                <a:spcPts val="1600"/>
              </a:spcAft>
              <a:buNone/>
            </a:pPr>
            <a:r>
              <a:rPr lang="vi-VN" sz="2200" dirty="0">
                <a:latin typeface="+mn-lt"/>
              </a:rPr>
              <a:t>Giữ thăng bằng tự động: nhận dữ liệu từ cảm biến IMU, xử lý và điều khiển động cơ để không bị ngã.</a:t>
            </a:r>
            <a:endParaRPr sz="2200" dirty="0">
              <a:latin typeface="+mn-lt"/>
            </a:endParaRPr>
          </a:p>
        </p:txBody>
      </p:sp>
      <p:sp>
        <p:nvSpPr>
          <p:cNvPr id="359" name="Google Shape;359;p39"/>
          <p:cNvSpPr txBox="1">
            <a:spLocks noGrp="1"/>
          </p:cNvSpPr>
          <p:nvPr>
            <p:ph type="body" idx="3"/>
          </p:nvPr>
        </p:nvSpPr>
        <p:spPr>
          <a:xfrm>
            <a:off x="4605300" y="2382702"/>
            <a:ext cx="2949597" cy="2441700"/>
          </a:xfrm>
          <a:prstGeom prst="rect">
            <a:avLst/>
          </a:prstGeom>
        </p:spPr>
        <p:txBody>
          <a:bodyPr spcFirstLastPara="1" wrap="square" lIns="121900" tIns="121900" rIns="121900" bIns="121900" anchor="t" anchorCtr="0">
            <a:noAutofit/>
          </a:bodyPr>
          <a:lstStyle/>
          <a:p>
            <a:pPr marL="0" lvl="0" indent="0" algn="just" rtl="0">
              <a:spcBef>
                <a:spcPts val="0"/>
              </a:spcBef>
              <a:spcAft>
                <a:spcPts val="1600"/>
              </a:spcAft>
              <a:buNone/>
            </a:pPr>
            <a:r>
              <a:rPr lang="en-US" sz="2200" dirty="0">
                <a:latin typeface="+mj-lt"/>
              </a:rPr>
              <a:t>Di </a:t>
            </a:r>
            <a:r>
              <a:rPr lang="en-US" sz="2200" dirty="0" err="1">
                <a:latin typeface="+mj-lt"/>
              </a:rPr>
              <a:t>chuyển</a:t>
            </a:r>
            <a:r>
              <a:rPr lang="en-US" sz="2200" dirty="0">
                <a:latin typeface="+mj-lt"/>
              </a:rPr>
              <a:t> </a:t>
            </a:r>
            <a:r>
              <a:rPr lang="en-US" sz="2200" dirty="0" err="1">
                <a:latin typeface="+mj-lt"/>
              </a:rPr>
              <a:t>tiến</a:t>
            </a:r>
            <a:r>
              <a:rPr lang="en-US" sz="2200" dirty="0">
                <a:latin typeface="+mj-lt"/>
              </a:rPr>
              <a:t>/</a:t>
            </a:r>
            <a:r>
              <a:rPr lang="en-US" sz="2200" dirty="0" err="1">
                <a:latin typeface="+mj-lt"/>
              </a:rPr>
              <a:t>lùi</a:t>
            </a:r>
            <a:r>
              <a:rPr lang="en-US" sz="2200" dirty="0">
                <a:latin typeface="+mj-lt"/>
              </a:rPr>
              <a:t>: </a:t>
            </a:r>
            <a:r>
              <a:rPr lang="en-US" sz="2200" dirty="0" err="1">
                <a:latin typeface="+mj-lt"/>
              </a:rPr>
              <a:t>cho</a:t>
            </a:r>
            <a:r>
              <a:rPr lang="en-US" sz="2200" dirty="0">
                <a:latin typeface="+mj-lt"/>
              </a:rPr>
              <a:t> </a:t>
            </a:r>
            <a:r>
              <a:rPr lang="en-US" sz="2200" dirty="0" err="1">
                <a:latin typeface="+mj-lt"/>
              </a:rPr>
              <a:t>phép</a:t>
            </a:r>
            <a:r>
              <a:rPr lang="en-US" sz="2200" dirty="0">
                <a:latin typeface="+mj-lt"/>
              </a:rPr>
              <a:t> robot </a:t>
            </a:r>
            <a:r>
              <a:rPr lang="en-US" sz="2200" dirty="0" err="1">
                <a:latin typeface="+mj-lt"/>
              </a:rPr>
              <a:t>tiến</a:t>
            </a:r>
            <a:r>
              <a:rPr lang="en-US" sz="2200" dirty="0">
                <a:latin typeface="+mj-lt"/>
              </a:rPr>
              <a:t> </a:t>
            </a:r>
            <a:r>
              <a:rPr lang="en-US" sz="2200" dirty="0" err="1">
                <a:latin typeface="+mj-lt"/>
              </a:rPr>
              <a:t>hoặc</a:t>
            </a:r>
            <a:r>
              <a:rPr lang="en-US" sz="2200" dirty="0">
                <a:latin typeface="+mj-lt"/>
              </a:rPr>
              <a:t> </a:t>
            </a:r>
            <a:r>
              <a:rPr lang="en-US" sz="2200" dirty="0" err="1">
                <a:latin typeface="+mj-lt"/>
              </a:rPr>
              <a:t>lùi</a:t>
            </a:r>
            <a:r>
              <a:rPr lang="en-US" sz="2200" dirty="0">
                <a:latin typeface="+mj-lt"/>
              </a:rPr>
              <a:t> </a:t>
            </a:r>
            <a:r>
              <a:rPr lang="en-US" sz="2200" dirty="0" err="1">
                <a:latin typeface="+mj-lt"/>
              </a:rPr>
              <a:t>khi</a:t>
            </a:r>
            <a:r>
              <a:rPr lang="en-US" sz="2200" dirty="0">
                <a:latin typeface="+mj-lt"/>
              </a:rPr>
              <a:t> </a:t>
            </a:r>
            <a:r>
              <a:rPr lang="en-US" sz="2200" dirty="0" err="1">
                <a:latin typeface="+mj-lt"/>
              </a:rPr>
              <a:t>có</a:t>
            </a:r>
            <a:r>
              <a:rPr lang="en-US" sz="2200" dirty="0">
                <a:latin typeface="+mj-lt"/>
              </a:rPr>
              <a:t> </a:t>
            </a:r>
            <a:r>
              <a:rPr lang="en-US" sz="2200" dirty="0" err="1">
                <a:latin typeface="+mj-lt"/>
              </a:rPr>
              <a:t>lệnh</a:t>
            </a:r>
            <a:r>
              <a:rPr lang="vi-VN" sz="2200" dirty="0">
                <a:latin typeface="+mj-lt"/>
              </a:rPr>
              <a:t> </a:t>
            </a:r>
            <a:r>
              <a:rPr lang="en-US" sz="2200" dirty="0" err="1">
                <a:latin typeface="+mj-lt"/>
              </a:rPr>
              <a:t>điều</a:t>
            </a:r>
            <a:r>
              <a:rPr lang="en-US" sz="2200" dirty="0">
                <a:latin typeface="+mj-lt"/>
              </a:rPr>
              <a:t> </a:t>
            </a:r>
            <a:r>
              <a:rPr lang="en-US" sz="2200" dirty="0" err="1">
                <a:latin typeface="+mj-lt"/>
              </a:rPr>
              <a:t>khiển</a:t>
            </a:r>
            <a:r>
              <a:rPr lang="en-US" sz="2200" dirty="0">
                <a:latin typeface="+mj-lt"/>
              </a:rPr>
              <a:t>.</a:t>
            </a:r>
            <a:endParaRPr sz="2200" dirty="0">
              <a:latin typeface="+mj-lt"/>
            </a:endParaRPr>
          </a:p>
        </p:txBody>
      </p:sp>
      <p:sp>
        <p:nvSpPr>
          <p:cNvPr id="361" name="Google Shape;361;p39"/>
          <p:cNvSpPr txBox="1">
            <a:spLocks noGrp="1"/>
          </p:cNvSpPr>
          <p:nvPr>
            <p:ph type="body" idx="5"/>
          </p:nvPr>
        </p:nvSpPr>
        <p:spPr>
          <a:xfrm>
            <a:off x="7997699" y="2348934"/>
            <a:ext cx="2717650" cy="2441700"/>
          </a:xfrm>
          <a:prstGeom prst="rect">
            <a:avLst/>
          </a:prstGeom>
        </p:spPr>
        <p:txBody>
          <a:bodyPr spcFirstLastPara="1" wrap="square" lIns="121900" tIns="121900" rIns="121900" bIns="121900" anchor="t" anchorCtr="0">
            <a:noAutofit/>
          </a:bodyPr>
          <a:lstStyle/>
          <a:p>
            <a:pPr marL="0" lvl="0" indent="0" algn="just" rtl="0">
              <a:spcBef>
                <a:spcPts val="0"/>
              </a:spcBef>
              <a:spcAft>
                <a:spcPts val="1600"/>
              </a:spcAft>
              <a:buNone/>
            </a:pPr>
            <a:r>
              <a:rPr lang="vi-VN" sz="2200" dirty="0">
                <a:latin typeface="+mn-lt"/>
              </a:rPr>
              <a:t>Điều chỉnh tốc độ: thay đổi tốc độ dựa trên tín hiệu người dùng hoặc thông số đặt trước.</a:t>
            </a:r>
            <a:endParaRPr sz="2200" dirty="0">
              <a:latin typeface="+mn-lt"/>
            </a:endParaRPr>
          </a:p>
        </p:txBody>
      </p:sp>
      <p:sp>
        <p:nvSpPr>
          <p:cNvPr id="8" name="Slide Number Placeholder 7">
            <a:extLst>
              <a:ext uri="{FF2B5EF4-FFF2-40B4-BE49-F238E27FC236}">
                <a16:creationId xmlns:a16="http://schemas.microsoft.com/office/drawing/2014/main" id="{26C8014E-043B-338B-4EFC-89D8DF9166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95ABB2B4-67A3-938B-9211-ADC570022C58}"/>
            </a:ext>
          </a:extLst>
        </p:cNvPr>
        <p:cNvGrpSpPr/>
        <p:nvPr/>
      </p:nvGrpSpPr>
      <p:grpSpPr>
        <a:xfrm>
          <a:off x="0" y="0"/>
          <a:ext cx="0" cy="0"/>
          <a:chOff x="0" y="0"/>
          <a:chExt cx="0" cy="0"/>
        </a:xfrm>
      </p:grpSpPr>
      <p:sp>
        <p:nvSpPr>
          <p:cNvPr id="227" name="Google Shape;227;p26">
            <a:extLst>
              <a:ext uri="{FF2B5EF4-FFF2-40B4-BE49-F238E27FC236}">
                <a16:creationId xmlns:a16="http://schemas.microsoft.com/office/drawing/2014/main" id="{7E02469B-3EFA-C102-D541-69AADDA60588}"/>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SzPts val="990"/>
              <a:buNone/>
            </a:pPr>
            <a:r>
              <a:rPr lang="vi-VN" dirty="0">
                <a:latin typeface="+mn-lt"/>
              </a:rPr>
              <a:t>CÁC LINH KIỆN</a:t>
            </a:r>
            <a:endParaRPr dirty="0">
              <a:latin typeface="+mn-lt"/>
            </a:endParaRPr>
          </a:p>
        </p:txBody>
      </p:sp>
      <p:sp>
        <p:nvSpPr>
          <p:cNvPr id="228" name="Google Shape;228;p26">
            <a:extLst>
              <a:ext uri="{FF2B5EF4-FFF2-40B4-BE49-F238E27FC236}">
                <a16:creationId xmlns:a16="http://schemas.microsoft.com/office/drawing/2014/main" id="{6B1BF744-C8EA-9E66-BD1B-B33A40C0EBD0}"/>
              </a:ext>
            </a:extLst>
          </p:cNvPr>
          <p:cNvSpPr/>
          <p:nvPr/>
        </p:nvSpPr>
        <p:spPr>
          <a:xfrm>
            <a:off x="1166663" y="1041346"/>
            <a:ext cx="901275" cy="737001"/>
          </a:xfrm>
          <a:prstGeom prst="rect">
            <a:avLst/>
          </a:prstGeom>
        </p:spPr>
        <p:txBody>
          <a:bodyPr>
            <a:prstTxWarp prst="textPlain">
              <a:avLst/>
            </a:prstTxWarp>
          </a:bodyPr>
          <a:lstStyle/>
          <a:p>
            <a:pPr lvl="0" algn="ctr"/>
            <a:r>
              <a:rPr b="1" i="0" dirty="0">
                <a:ln>
                  <a:noFill/>
                </a:ln>
                <a:solidFill>
                  <a:schemeClr val="lt1"/>
                </a:solidFill>
                <a:latin typeface="Poppins"/>
              </a:rPr>
              <a:t>0</a:t>
            </a:r>
            <a:r>
              <a:rPr lang="vi-VN" b="1" dirty="0">
                <a:solidFill>
                  <a:schemeClr val="lt1"/>
                </a:solidFill>
                <a:latin typeface="Poppins"/>
              </a:rPr>
              <a:t>3</a:t>
            </a:r>
            <a:endParaRPr b="1" i="0" dirty="0">
              <a:ln>
                <a:noFill/>
              </a:ln>
              <a:solidFill>
                <a:schemeClr val="lt1"/>
              </a:solidFill>
              <a:latin typeface="Poppins"/>
            </a:endParaRPr>
          </a:p>
        </p:txBody>
      </p:sp>
      <p:sp>
        <p:nvSpPr>
          <p:cNvPr id="2" name="Slide Number Placeholder 1">
            <a:extLst>
              <a:ext uri="{FF2B5EF4-FFF2-40B4-BE49-F238E27FC236}">
                <a16:creationId xmlns:a16="http://schemas.microsoft.com/office/drawing/2014/main" id="{5C8DC59E-4EF0-451A-0E8E-5B28A11651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spTree>
    <p:extLst>
      <p:ext uri="{BB962C8B-B14F-4D97-AF65-F5344CB8AC3E}">
        <p14:creationId xmlns:p14="http://schemas.microsoft.com/office/powerpoint/2010/main" val="3145311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0"/>
          <p:cNvSpPr txBox="1">
            <a:spLocks noGrp="1"/>
          </p:cNvSpPr>
          <p:nvPr>
            <p:ph type="title"/>
          </p:nvPr>
        </p:nvSpPr>
        <p:spPr>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Clr>
                <a:srgbClr val="000000"/>
              </a:buClr>
              <a:buSzPts val="990"/>
              <a:buFont typeface="Arial"/>
              <a:buNone/>
            </a:pPr>
            <a:r>
              <a:rPr lang="vi-VN" sz="3200" dirty="0">
                <a:latin typeface="+mn-lt"/>
              </a:rPr>
              <a:t>Các linh kiện</a:t>
            </a:r>
            <a:endParaRPr sz="3200" dirty="0">
              <a:latin typeface="+mn-lt"/>
            </a:endParaRPr>
          </a:p>
        </p:txBody>
      </p:sp>
      <p:pic>
        <p:nvPicPr>
          <p:cNvPr id="3" name="Picture 2" descr="Mạch nạp STM8, STM32 ST-Link V2&#10;">
            <a:extLst>
              <a:ext uri="{FF2B5EF4-FFF2-40B4-BE49-F238E27FC236}">
                <a16:creationId xmlns:a16="http://schemas.microsoft.com/office/drawing/2014/main" id="{1EC700C1-1F92-E733-23F3-A3CEC5E4C7B4}"/>
              </a:ext>
              <a:ext uri="{C183D7F6-B498-43B3-948B-1728B52AA6E4}">
                <adec:decorative xmlns:adec="http://schemas.microsoft.com/office/drawing/2017/decorative" val="0"/>
              </a:ext>
            </a:extLst>
          </p:cNvPr>
          <p:cNvPicPr>
            <a:picLocks noChangeAspect="1"/>
          </p:cNvPicPr>
          <p:nvPr/>
        </p:nvPicPr>
        <p:blipFill>
          <a:blip r:embed="rId3"/>
          <a:srcRect l="6488" t="14906" r="50000" b="15965"/>
          <a:stretch>
            <a:fillRect/>
          </a:stretch>
        </p:blipFill>
        <p:spPr>
          <a:xfrm>
            <a:off x="58232" y="1294678"/>
            <a:ext cx="3105605" cy="2716856"/>
          </a:xfrm>
          <a:prstGeom prst="rect">
            <a:avLst/>
          </a:prstGeom>
          <a:ln>
            <a:solidFill>
              <a:srgbClr val="00B0F0"/>
            </a:solidFill>
          </a:ln>
        </p:spPr>
      </p:pic>
      <p:pic>
        <p:nvPicPr>
          <p:cNvPr id="9" name="Picture 8">
            <a:extLst>
              <a:ext uri="{FF2B5EF4-FFF2-40B4-BE49-F238E27FC236}">
                <a16:creationId xmlns:a16="http://schemas.microsoft.com/office/drawing/2014/main" id="{CB027B9B-2A04-1EAD-B14D-AF0D1AF10F37}"/>
              </a:ext>
            </a:extLst>
          </p:cNvPr>
          <p:cNvPicPr>
            <a:picLocks noChangeAspect="1"/>
          </p:cNvPicPr>
          <p:nvPr/>
        </p:nvPicPr>
        <p:blipFill>
          <a:blip r:embed="rId4"/>
          <a:srcRect l="3454" t="23484" r="55291" b="11087"/>
          <a:stretch>
            <a:fillRect/>
          </a:stretch>
        </p:blipFill>
        <p:spPr>
          <a:xfrm>
            <a:off x="3681786" y="1260089"/>
            <a:ext cx="3260552" cy="2680389"/>
          </a:xfrm>
          <a:prstGeom prst="rect">
            <a:avLst/>
          </a:prstGeom>
          <a:ln>
            <a:solidFill>
              <a:srgbClr val="00B0F0"/>
            </a:solidFill>
          </a:ln>
        </p:spPr>
      </p:pic>
      <p:pic>
        <p:nvPicPr>
          <p:cNvPr id="11" name="Picture 10">
            <a:extLst>
              <a:ext uri="{FF2B5EF4-FFF2-40B4-BE49-F238E27FC236}">
                <a16:creationId xmlns:a16="http://schemas.microsoft.com/office/drawing/2014/main" id="{3257F974-9B79-35E2-C82F-F9745809540C}"/>
              </a:ext>
            </a:extLst>
          </p:cNvPr>
          <p:cNvPicPr>
            <a:picLocks noChangeAspect="1"/>
          </p:cNvPicPr>
          <p:nvPr/>
        </p:nvPicPr>
        <p:blipFill>
          <a:blip r:embed="rId5"/>
          <a:srcRect l="2435" t="22603" r="53177" b="9599"/>
          <a:stretch>
            <a:fillRect/>
          </a:stretch>
        </p:blipFill>
        <p:spPr>
          <a:xfrm>
            <a:off x="7511317" y="1257597"/>
            <a:ext cx="3379853" cy="2682881"/>
          </a:xfrm>
          <a:prstGeom prst="rect">
            <a:avLst/>
          </a:prstGeom>
          <a:ln>
            <a:solidFill>
              <a:srgbClr val="00B0F0"/>
            </a:solidFill>
          </a:ln>
        </p:spPr>
      </p:pic>
      <p:pic>
        <p:nvPicPr>
          <p:cNvPr id="13" name="Picture 12">
            <a:extLst>
              <a:ext uri="{FF2B5EF4-FFF2-40B4-BE49-F238E27FC236}">
                <a16:creationId xmlns:a16="http://schemas.microsoft.com/office/drawing/2014/main" id="{170EF21C-26D6-0000-A2E5-2B8E0CEDFE39}"/>
              </a:ext>
            </a:extLst>
          </p:cNvPr>
          <p:cNvPicPr>
            <a:picLocks noChangeAspect="1"/>
          </p:cNvPicPr>
          <p:nvPr/>
        </p:nvPicPr>
        <p:blipFill>
          <a:blip r:embed="rId6"/>
          <a:srcRect l="5529" t="17101" r="52932"/>
          <a:stretch>
            <a:fillRect/>
          </a:stretch>
        </p:blipFill>
        <p:spPr>
          <a:xfrm>
            <a:off x="1238077" y="3974452"/>
            <a:ext cx="3152249" cy="2883548"/>
          </a:xfrm>
          <a:prstGeom prst="rect">
            <a:avLst/>
          </a:prstGeom>
          <a:ln>
            <a:solidFill>
              <a:srgbClr val="00B0F0"/>
            </a:solidFill>
          </a:ln>
        </p:spPr>
      </p:pic>
      <p:pic>
        <p:nvPicPr>
          <p:cNvPr id="15" name="Picture 14">
            <a:extLst>
              <a:ext uri="{FF2B5EF4-FFF2-40B4-BE49-F238E27FC236}">
                <a16:creationId xmlns:a16="http://schemas.microsoft.com/office/drawing/2014/main" id="{0FE296E4-2BEF-CAA3-24EA-CD985EC001B9}"/>
              </a:ext>
            </a:extLst>
          </p:cNvPr>
          <p:cNvPicPr>
            <a:picLocks noChangeAspect="1"/>
          </p:cNvPicPr>
          <p:nvPr/>
        </p:nvPicPr>
        <p:blipFill>
          <a:blip r:embed="rId7"/>
          <a:srcRect l="5668" t="11959" r="54064"/>
          <a:stretch>
            <a:fillRect/>
          </a:stretch>
        </p:blipFill>
        <p:spPr>
          <a:xfrm>
            <a:off x="4650625" y="3974452"/>
            <a:ext cx="3333707" cy="2846466"/>
          </a:xfrm>
          <a:prstGeom prst="rect">
            <a:avLst/>
          </a:prstGeom>
          <a:ln>
            <a:solidFill>
              <a:srgbClr val="00B0F0"/>
            </a:solidFill>
          </a:ln>
        </p:spPr>
      </p:pic>
      <p:pic>
        <p:nvPicPr>
          <p:cNvPr id="17" name="Picture 16">
            <a:extLst>
              <a:ext uri="{FF2B5EF4-FFF2-40B4-BE49-F238E27FC236}">
                <a16:creationId xmlns:a16="http://schemas.microsoft.com/office/drawing/2014/main" id="{D3B8C9D1-218A-5504-50BE-FA34237F2949}"/>
              </a:ext>
            </a:extLst>
          </p:cNvPr>
          <p:cNvPicPr>
            <a:picLocks noChangeAspect="1"/>
          </p:cNvPicPr>
          <p:nvPr/>
        </p:nvPicPr>
        <p:blipFill>
          <a:blip r:embed="rId8"/>
          <a:srcRect l="5884" t="34984" r="51068" b="5116"/>
          <a:stretch>
            <a:fillRect/>
          </a:stretch>
        </p:blipFill>
        <p:spPr>
          <a:xfrm>
            <a:off x="8244631" y="4044708"/>
            <a:ext cx="3775969" cy="2324892"/>
          </a:xfrm>
          <a:prstGeom prst="rect">
            <a:avLst/>
          </a:prstGeom>
          <a:ln>
            <a:solidFill>
              <a:srgbClr val="00B0F0"/>
            </a:solidFill>
          </a:ln>
        </p:spPr>
      </p:pic>
      <p:sp>
        <p:nvSpPr>
          <p:cNvPr id="18" name="TextBox 17">
            <a:extLst>
              <a:ext uri="{FF2B5EF4-FFF2-40B4-BE49-F238E27FC236}">
                <a16:creationId xmlns:a16="http://schemas.microsoft.com/office/drawing/2014/main" id="{0C067120-4B57-2B7C-7206-13FEA8D45BB5}"/>
              </a:ext>
            </a:extLst>
          </p:cNvPr>
          <p:cNvSpPr txBox="1"/>
          <p:nvPr/>
        </p:nvSpPr>
        <p:spPr>
          <a:xfrm>
            <a:off x="1471494" y="3626813"/>
            <a:ext cx="9249012" cy="769441"/>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vi-VN" sz="2200" dirty="0"/>
              <a:t>Các linh kiện chính: Vi điều kiển STM32F103C8T6, cảm biến MPU6050, khung cơ khí, bánh xe, động cơ DC, nguồn pin</a:t>
            </a:r>
            <a:endParaRPr lang="en-US" sz="2200" dirty="0"/>
          </a:p>
        </p:txBody>
      </p:sp>
      <p:sp>
        <p:nvSpPr>
          <p:cNvPr id="19" name="Slide Number Placeholder 18">
            <a:extLst>
              <a:ext uri="{FF2B5EF4-FFF2-40B4-BE49-F238E27FC236}">
                <a16:creationId xmlns:a16="http://schemas.microsoft.com/office/drawing/2014/main" id="{CAF86D7F-FC98-78BA-F995-2C4882EAD42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A26E1989-484C-381D-CCED-5C824EF3CF9E}"/>
            </a:ext>
          </a:extLst>
        </p:cNvPr>
        <p:cNvGrpSpPr/>
        <p:nvPr/>
      </p:nvGrpSpPr>
      <p:grpSpPr>
        <a:xfrm>
          <a:off x="0" y="0"/>
          <a:ext cx="0" cy="0"/>
          <a:chOff x="0" y="0"/>
          <a:chExt cx="0" cy="0"/>
        </a:xfrm>
      </p:grpSpPr>
      <p:sp>
        <p:nvSpPr>
          <p:cNvPr id="227" name="Google Shape;227;p26">
            <a:extLst>
              <a:ext uri="{FF2B5EF4-FFF2-40B4-BE49-F238E27FC236}">
                <a16:creationId xmlns:a16="http://schemas.microsoft.com/office/drawing/2014/main" id="{3B8B7CD9-6851-64A1-8ABE-8625AFF3F667}"/>
              </a:ext>
            </a:extLst>
          </p:cNvPr>
          <p:cNvSpPr txBox="1">
            <a:spLocks noGrp="1"/>
          </p:cNvSpPr>
          <p:nvPr>
            <p:ph type="title"/>
          </p:nvPr>
        </p:nvSpPr>
        <p:spPr>
          <a:xfrm>
            <a:off x="1983450" y="2215675"/>
            <a:ext cx="8225100" cy="1243500"/>
          </a:xfrm>
          <a:prstGeom prst="rect">
            <a:avLst/>
          </a:prstGeom>
        </p:spPr>
        <p:txBody>
          <a:bodyPr spcFirstLastPara="1" wrap="square" lIns="121900" tIns="121900" rIns="121900" bIns="121900" anchor="ctr" anchorCtr="0">
            <a:noAutofit/>
          </a:bodyPr>
          <a:lstStyle/>
          <a:p>
            <a:pPr marL="0" lvl="0" indent="0" algn="l" rtl="0">
              <a:spcBef>
                <a:spcPts val="0"/>
              </a:spcBef>
              <a:spcAft>
                <a:spcPts val="0"/>
              </a:spcAft>
              <a:buSzPts val="990"/>
              <a:buNone/>
            </a:pPr>
            <a:r>
              <a:rPr lang="vi-VN" dirty="0">
                <a:latin typeface="+mn-lt"/>
              </a:rPr>
              <a:t>GIẢI PHÁP THỰC HIỆN</a:t>
            </a:r>
            <a:endParaRPr dirty="0">
              <a:latin typeface="+mn-lt"/>
            </a:endParaRPr>
          </a:p>
        </p:txBody>
      </p:sp>
      <p:sp>
        <p:nvSpPr>
          <p:cNvPr id="228" name="Google Shape;228;p26">
            <a:extLst>
              <a:ext uri="{FF2B5EF4-FFF2-40B4-BE49-F238E27FC236}">
                <a16:creationId xmlns:a16="http://schemas.microsoft.com/office/drawing/2014/main" id="{3199D0CF-D36C-207B-30D6-69AFF3437952}"/>
              </a:ext>
            </a:extLst>
          </p:cNvPr>
          <p:cNvSpPr/>
          <p:nvPr/>
        </p:nvSpPr>
        <p:spPr>
          <a:xfrm>
            <a:off x="1166663" y="1041346"/>
            <a:ext cx="901275" cy="737001"/>
          </a:xfrm>
          <a:prstGeom prst="rect">
            <a:avLst/>
          </a:prstGeom>
        </p:spPr>
        <p:txBody>
          <a:bodyPr>
            <a:prstTxWarp prst="textPlain">
              <a:avLst/>
            </a:prstTxWarp>
          </a:bodyPr>
          <a:lstStyle/>
          <a:p>
            <a:pPr lvl="0" algn="ctr"/>
            <a:r>
              <a:rPr b="1" i="0" dirty="0">
                <a:ln>
                  <a:noFill/>
                </a:ln>
                <a:solidFill>
                  <a:schemeClr val="lt1"/>
                </a:solidFill>
                <a:latin typeface="Poppins"/>
              </a:rPr>
              <a:t>0</a:t>
            </a:r>
            <a:r>
              <a:rPr lang="vi-VN" b="1" i="0" dirty="0">
                <a:ln>
                  <a:noFill/>
                </a:ln>
                <a:solidFill>
                  <a:schemeClr val="lt1"/>
                </a:solidFill>
                <a:latin typeface="Poppins"/>
              </a:rPr>
              <a:t>4</a:t>
            </a:r>
            <a:endParaRPr b="1" i="0" dirty="0">
              <a:ln>
                <a:noFill/>
              </a:ln>
              <a:solidFill>
                <a:schemeClr val="lt1"/>
              </a:solidFill>
              <a:latin typeface="Poppins"/>
            </a:endParaRPr>
          </a:p>
        </p:txBody>
      </p:sp>
      <p:sp>
        <p:nvSpPr>
          <p:cNvPr id="2" name="Slide Number Placeholder 1">
            <a:extLst>
              <a:ext uri="{FF2B5EF4-FFF2-40B4-BE49-F238E27FC236}">
                <a16:creationId xmlns:a16="http://schemas.microsoft.com/office/drawing/2014/main" id="{F8A4A550-9666-FE8C-5CE5-7F175EF9DD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3169957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2"/>
          <p:cNvSpPr txBox="1">
            <a:spLocks noGrp="1"/>
          </p:cNvSpPr>
          <p:nvPr>
            <p:ph type="title"/>
          </p:nvPr>
        </p:nvSpPr>
        <p:spPr>
          <a:xfrm>
            <a:off x="1023175" y="477500"/>
            <a:ext cx="10145700" cy="759000"/>
          </a:xfrm>
          <a:prstGeom prst="rect">
            <a:avLst/>
          </a:prstGeom>
        </p:spPr>
        <p:txBody>
          <a:bodyPr spcFirstLastPara="1" wrap="square" lIns="121900" tIns="121900" rIns="121900" bIns="121900" anchor="ctr" anchorCtr="0">
            <a:noAutofit/>
          </a:bodyPr>
          <a:lstStyle/>
          <a:p>
            <a:pPr marL="0" lvl="0" indent="0" algn="ctr" rtl="0">
              <a:spcBef>
                <a:spcPts val="0"/>
              </a:spcBef>
              <a:spcAft>
                <a:spcPts val="0"/>
              </a:spcAft>
              <a:buSzPts val="990"/>
              <a:buNone/>
            </a:pPr>
            <a:r>
              <a:rPr kumimoji="0" lang="vi-VN" sz="3200" b="1" i="0" u="none" strike="noStrike" kern="0" cap="none" spc="0" normalizeH="0" baseline="0" noProof="0" dirty="0">
                <a:ln>
                  <a:noFill/>
                </a:ln>
                <a:solidFill>
                  <a:srgbClr val="F3F1EC"/>
                </a:solidFill>
                <a:effectLst/>
                <a:uLnTx/>
                <a:uFillTx/>
                <a:latin typeface="+mn-lt"/>
                <a:cs typeface="Poppins"/>
                <a:sym typeface="Poppins"/>
              </a:rPr>
              <a:t>Giải pháp thực hiện</a:t>
            </a:r>
            <a:endParaRPr dirty="0">
              <a:latin typeface="+mn-lt"/>
            </a:endParaRPr>
          </a:p>
        </p:txBody>
      </p:sp>
      <p:sp>
        <p:nvSpPr>
          <p:cNvPr id="280" name="Google Shape;280;p32"/>
          <p:cNvSpPr txBox="1">
            <a:spLocks noGrp="1"/>
          </p:cNvSpPr>
          <p:nvPr>
            <p:ph type="body" idx="2"/>
          </p:nvPr>
        </p:nvSpPr>
        <p:spPr>
          <a:xfrm>
            <a:off x="1215850" y="1773109"/>
            <a:ext cx="4581267" cy="1198200"/>
          </a:xfrm>
          <a:prstGeom prst="rect">
            <a:avLst/>
          </a:prstGeom>
        </p:spPr>
        <p:txBody>
          <a:bodyPr spcFirstLastPara="1" wrap="square" lIns="121900" tIns="121900" rIns="121900" bIns="121900" anchor="t" anchorCtr="0">
            <a:noAutofit/>
          </a:bodyPr>
          <a:lstStyle/>
          <a:p>
            <a:pPr marL="0" lvl="0" indent="0" algn="just" rtl="0">
              <a:spcBef>
                <a:spcPts val="0"/>
              </a:spcBef>
              <a:spcAft>
                <a:spcPts val="1600"/>
              </a:spcAft>
              <a:buNone/>
            </a:pPr>
            <a:r>
              <a:rPr lang="vi-VN" sz="2200" dirty="0">
                <a:latin typeface="+mn-lt"/>
              </a:rPr>
              <a:t>Lắp ráp khung cơ bản, test nguồn, động cơ</a:t>
            </a:r>
            <a:endParaRPr sz="2200" dirty="0">
              <a:latin typeface="+mn-lt"/>
            </a:endParaRPr>
          </a:p>
        </p:txBody>
      </p:sp>
      <p:sp>
        <p:nvSpPr>
          <p:cNvPr id="282" name="Google Shape;282;p32"/>
          <p:cNvSpPr txBox="1">
            <a:spLocks noGrp="1"/>
          </p:cNvSpPr>
          <p:nvPr>
            <p:ph type="body" idx="4"/>
          </p:nvPr>
        </p:nvSpPr>
        <p:spPr>
          <a:xfrm>
            <a:off x="6270193" y="1773109"/>
            <a:ext cx="4213931" cy="1198200"/>
          </a:xfrm>
          <a:prstGeom prst="rect">
            <a:avLst/>
          </a:prstGeom>
        </p:spPr>
        <p:txBody>
          <a:bodyPr spcFirstLastPara="1" wrap="square" lIns="121900" tIns="121900" rIns="121900" bIns="121900" anchor="t" anchorCtr="0">
            <a:noAutofit/>
          </a:bodyPr>
          <a:lstStyle/>
          <a:p>
            <a:pPr marL="0" indent="0" algn="just">
              <a:spcAft>
                <a:spcPts val="1600"/>
              </a:spcAft>
              <a:buNone/>
            </a:pPr>
            <a:r>
              <a:rPr lang="vi-VN" sz="2200" dirty="0">
                <a:latin typeface="+mn-lt"/>
              </a:rPr>
              <a:t>Xây dựng PID cơ bản giữ      thăng bằng</a:t>
            </a:r>
          </a:p>
          <a:p>
            <a:pPr marL="0" indent="0" algn="just">
              <a:spcAft>
                <a:spcPts val="1600"/>
              </a:spcAft>
              <a:buNone/>
            </a:pPr>
            <a:r>
              <a:rPr lang="vi-VN" sz="2200" dirty="0">
                <a:latin typeface="+mn-lt"/>
              </a:rPr>
              <a:t>Hiệu chỉnh PID để tối ưu khả năng thăng bằng của </a:t>
            </a:r>
            <a:r>
              <a:rPr lang="vi-VN" sz="2200" dirty="0" err="1">
                <a:latin typeface="+mn-lt"/>
              </a:rPr>
              <a:t>Robot</a:t>
            </a:r>
            <a:endParaRPr lang="vi-VN" sz="2200" dirty="0">
              <a:latin typeface="+mn-lt"/>
            </a:endParaRPr>
          </a:p>
        </p:txBody>
      </p:sp>
      <p:sp>
        <p:nvSpPr>
          <p:cNvPr id="284" name="Google Shape;284;p32"/>
          <p:cNvSpPr txBox="1">
            <a:spLocks noGrp="1"/>
          </p:cNvSpPr>
          <p:nvPr>
            <p:ph type="body" idx="6"/>
          </p:nvPr>
        </p:nvSpPr>
        <p:spPr>
          <a:xfrm>
            <a:off x="1215850" y="3852640"/>
            <a:ext cx="4581267" cy="2310631"/>
          </a:xfrm>
          <a:prstGeom prst="rect">
            <a:avLst/>
          </a:prstGeom>
        </p:spPr>
        <p:txBody>
          <a:bodyPr spcFirstLastPara="1" wrap="square" lIns="121900" tIns="121900" rIns="121900" bIns="121900" anchor="t" anchorCtr="0">
            <a:noAutofit/>
          </a:bodyPr>
          <a:lstStyle/>
          <a:p>
            <a:pPr marL="0" lvl="0" indent="0" algn="just">
              <a:spcAft>
                <a:spcPts val="1600"/>
              </a:spcAft>
              <a:buNone/>
            </a:pPr>
            <a:r>
              <a:rPr lang="vi-VN" sz="2200" dirty="0">
                <a:latin typeface="+mn-lt"/>
              </a:rPr>
              <a:t>Xây dựng chương trình nạp dữ liệu từ cảm biến </a:t>
            </a:r>
          </a:p>
          <a:p>
            <a:pPr marL="0" lvl="0" indent="0" algn="just">
              <a:spcAft>
                <a:spcPts val="1600"/>
              </a:spcAft>
              <a:buNone/>
            </a:pPr>
            <a:r>
              <a:rPr lang="vi-VN" sz="2200" dirty="0">
                <a:latin typeface="+mn-lt"/>
              </a:rPr>
              <a:t>Thực hiện lọc để tính góc nghiêng</a:t>
            </a:r>
          </a:p>
          <a:p>
            <a:pPr marL="0" lvl="0" indent="0" algn="just" rtl="0">
              <a:spcBef>
                <a:spcPts val="0"/>
              </a:spcBef>
              <a:spcAft>
                <a:spcPts val="1600"/>
              </a:spcAft>
              <a:buNone/>
            </a:pPr>
            <a:endParaRPr sz="2200" dirty="0">
              <a:latin typeface="+mn-lt"/>
            </a:endParaRPr>
          </a:p>
        </p:txBody>
      </p:sp>
      <p:sp>
        <p:nvSpPr>
          <p:cNvPr id="285" name="Google Shape;285;p32"/>
          <p:cNvSpPr txBox="1">
            <a:spLocks noGrp="1"/>
          </p:cNvSpPr>
          <p:nvPr>
            <p:ph type="body" idx="7"/>
          </p:nvPr>
        </p:nvSpPr>
        <p:spPr>
          <a:xfrm>
            <a:off x="6394884" y="3852640"/>
            <a:ext cx="4853124" cy="2235003"/>
          </a:xfrm>
          <a:prstGeom prst="rect">
            <a:avLst/>
          </a:prstGeom>
        </p:spPr>
        <p:txBody>
          <a:bodyPr spcFirstLastPara="1" wrap="square" lIns="121900" tIns="121900" rIns="121900" bIns="121900" anchor="t" anchorCtr="0">
            <a:noAutofit/>
          </a:bodyPr>
          <a:lstStyle/>
          <a:p>
            <a:pPr marL="0" lvl="0" indent="0" algn="just" rtl="0">
              <a:spcBef>
                <a:spcPts val="0"/>
              </a:spcBef>
              <a:spcAft>
                <a:spcPts val="1600"/>
              </a:spcAft>
              <a:buNone/>
            </a:pPr>
            <a:r>
              <a:rPr lang="vi-VN" sz="2200" dirty="0">
                <a:latin typeface="+mn-lt"/>
              </a:rPr>
              <a:t>Thử nghiệm hoạt động của </a:t>
            </a:r>
            <a:r>
              <a:rPr lang="vi-VN" sz="2200" dirty="0" err="1">
                <a:latin typeface="+mn-lt"/>
              </a:rPr>
              <a:t>Robot</a:t>
            </a:r>
            <a:endParaRPr lang="vi-VN" sz="2200" dirty="0">
              <a:latin typeface="+mn-lt"/>
            </a:endParaRPr>
          </a:p>
          <a:p>
            <a:pPr marL="0" lvl="0" indent="0" algn="just" rtl="0">
              <a:spcBef>
                <a:spcPts val="0"/>
              </a:spcBef>
              <a:spcAft>
                <a:spcPts val="1600"/>
              </a:spcAft>
              <a:buNone/>
            </a:pPr>
            <a:r>
              <a:rPr lang="vi-VN" sz="2200" dirty="0">
                <a:latin typeface="+mn-lt"/>
              </a:rPr>
              <a:t>Hoàn thiện khung robot</a:t>
            </a:r>
          </a:p>
        </p:txBody>
      </p:sp>
      <p:sp>
        <p:nvSpPr>
          <p:cNvPr id="10" name="TextBox 9">
            <a:extLst>
              <a:ext uri="{FF2B5EF4-FFF2-40B4-BE49-F238E27FC236}">
                <a16:creationId xmlns:a16="http://schemas.microsoft.com/office/drawing/2014/main" id="{C8860FBA-6A59-3F0C-8AC4-C13C9482C0B0}"/>
              </a:ext>
            </a:extLst>
          </p:cNvPr>
          <p:cNvSpPr txBox="1"/>
          <p:nvPr/>
        </p:nvSpPr>
        <p:spPr>
          <a:xfrm>
            <a:off x="11674136" y="6418555"/>
            <a:ext cx="383438" cy="307777"/>
          </a:xfrm>
          <a:prstGeom prst="rect">
            <a:avLst/>
          </a:prstGeom>
          <a:noFill/>
        </p:spPr>
        <p:txBody>
          <a:bodyPr wrap="none" rtlCol="0">
            <a:spAutoFit/>
          </a:bodyPr>
          <a:lstStyle/>
          <a:p>
            <a:r>
              <a:rPr lang="vi-VN" dirty="0"/>
              <a:t>11</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FECB83-0339-4049-B80A-1A239C8F018C}"/>
              </a:ext>
            </a:extLst>
          </p:cNvPr>
          <p:cNvSpPr>
            <a:spLocks noGrp="1"/>
          </p:cNvSpPr>
          <p:nvPr>
            <p:ph type="title"/>
          </p:nvPr>
        </p:nvSpPr>
        <p:spPr/>
        <p:txBody>
          <a:bodyPr>
            <a:normAutofit fontScale="90000"/>
          </a:bodyPr>
          <a:lstStyle/>
          <a:p>
            <a:r>
              <a:rPr lang="en-US" dirty="0" err="1"/>
              <a:t>Giải</a:t>
            </a:r>
            <a:r>
              <a:rPr lang="en-US" dirty="0"/>
              <a:t> </a:t>
            </a:r>
            <a:r>
              <a:rPr lang="en-US" dirty="0" err="1"/>
              <a:t>pháp</a:t>
            </a:r>
            <a:r>
              <a:rPr lang="en-US" dirty="0"/>
              <a:t> </a:t>
            </a:r>
            <a:r>
              <a:rPr lang="en-US" dirty="0" err="1"/>
              <a:t>thực</a:t>
            </a:r>
            <a:r>
              <a:rPr lang="en-US" dirty="0"/>
              <a:t> </a:t>
            </a:r>
            <a:r>
              <a:rPr lang="en-US" dirty="0" err="1"/>
              <a:t>hiện</a:t>
            </a:r>
            <a:endParaRPr lang="en-US" dirty="0"/>
          </a:p>
        </p:txBody>
      </p:sp>
      <p:pic>
        <p:nvPicPr>
          <p:cNvPr id="14" name="Picture 13">
            <a:extLst>
              <a:ext uri="{FF2B5EF4-FFF2-40B4-BE49-F238E27FC236}">
                <a16:creationId xmlns:a16="http://schemas.microsoft.com/office/drawing/2014/main" id="{901E0470-D065-44CD-B274-46DF78C1579D}"/>
              </a:ext>
            </a:extLst>
          </p:cNvPr>
          <p:cNvPicPr>
            <a:picLocks noChangeAspect="1"/>
          </p:cNvPicPr>
          <p:nvPr/>
        </p:nvPicPr>
        <p:blipFill rotWithShape="1">
          <a:blip r:embed="rId2"/>
          <a:srcRect l="4514" t="898" r="8460" b="14304"/>
          <a:stretch/>
        </p:blipFill>
        <p:spPr>
          <a:xfrm>
            <a:off x="6594231" y="1962255"/>
            <a:ext cx="4224069" cy="3912577"/>
          </a:xfrm>
          <a:prstGeom prst="rect">
            <a:avLst/>
          </a:prstGeom>
        </p:spPr>
      </p:pic>
      <p:sp>
        <p:nvSpPr>
          <p:cNvPr id="15" name="Rectangle 14">
            <a:extLst>
              <a:ext uri="{FF2B5EF4-FFF2-40B4-BE49-F238E27FC236}">
                <a16:creationId xmlns:a16="http://schemas.microsoft.com/office/drawing/2014/main" id="{963F529E-6499-4C59-89D0-F9ADDC0DC3EC}"/>
              </a:ext>
            </a:extLst>
          </p:cNvPr>
          <p:cNvSpPr/>
          <p:nvPr/>
        </p:nvSpPr>
        <p:spPr>
          <a:xfrm>
            <a:off x="1373700" y="1875099"/>
            <a:ext cx="5220531" cy="39997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 typeface="+mj-lt"/>
              <a:buAutoNum type="arabicPeriod"/>
            </a:pPr>
            <a:r>
              <a:rPr lang="en-US" sz="1200" b="1" dirty="0"/>
              <a:t>1. </a:t>
            </a:r>
            <a:r>
              <a:rPr lang="vi-VN" sz="1200" b="1" dirty="0"/>
              <a:t>Cảm biến IMU (MPU6050)</a:t>
            </a:r>
            <a:r>
              <a:rPr lang="en-US" sz="1200" b="1" dirty="0"/>
              <a:t>: </a:t>
            </a:r>
            <a:r>
              <a:rPr lang="vi-VN" sz="1200" dirty="0"/>
              <a:t>cho biết góc nghiêng tương đối.</a:t>
            </a:r>
          </a:p>
          <a:p>
            <a:pPr algn="just">
              <a:buFont typeface="+mj-lt"/>
              <a:buAutoNum type="arabicPeriod"/>
            </a:pPr>
            <a:r>
              <a:rPr lang="en-US" sz="1200" b="1" dirty="0"/>
              <a:t>2. </a:t>
            </a:r>
            <a:r>
              <a:rPr lang="vi-VN" sz="1200" b="1" dirty="0"/>
              <a:t>Bộ điều khiển (STM32)</a:t>
            </a:r>
            <a:endParaRPr lang="en-US" sz="1200" b="1" dirty="0"/>
          </a:p>
          <a:p>
            <a:pPr algn="just">
              <a:buFont typeface="+mj-lt"/>
              <a:buAutoNum type="arabicPeriod"/>
            </a:pPr>
            <a:r>
              <a:rPr lang="en-US" sz="1200" b="1" dirty="0"/>
              <a:t>- </a:t>
            </a:r>
            <a:r>
              <a:rPr lang="vi-VN" sz="1200" dirty="0"/>
              <a:t>STM32 đọc dữ liệu từ IMU qua giao tiếp I2C.</a:t>
            </a:r>
            <a:endParaRPr lang="en-US" sz="1200" dirty="0"/>
          </a:p>
          <a:p>
            <a:pPr algn="just">
              <a:buFont typeface="+mj-lt"/>
              <a:buAutoNum type="arabicPeriod"/>
            </a:pPr>
            <a:r>
              <a:rPr lang="en-US" sz="1200" dirty="0"/>
              <a:t>- </a:t>
            </a:r>
            <a:r>
              <a:rPr lang="vi-VN" sz="1200" dirty="0"/>
              <a:t>So sánh </a:t>
            </a:r>
            <a:r>
              <a:rPr lang="vi-VN" sz="1200" b="1" dirty="0"/>
              <a:t>góc nghiêng hiện tại</a:t>
            </a:r>
            <a:r>
              <a:rPr lang="vi-VN" sz="1200" dirty="0"/>
              <a:t> với </a:t>
            </a:r>
            <a:r>
              <a:rPr lang="vi-VN" sz="1200" b="1" dirty="0"/>
              <a:t>góc mong muốn (setpoint = 0° thẳng đứng)</a:t>
            </a:r>
            <a:r>
              <a:rPr lang="vi-VN" sz="1200" dirty="0"/>
              <a:t>.</a:t>
            </a:r>
            <a:endParaRPr lang="en-US" sz="1200" dirty="0"/>
          </a:p>
          <a:p>
            <a:pPr algn="just">
              <a:buFont typeface="+mj-lt"/>
              <a:buAutoNum type="arabicPeriod"/>
            </a:pPr>
            <a:r>
              <a:rPr lang="en-US" sz="1200" dirty="0"/>
              <a:t>- </a:t>
            </a:r>
            <a:r>
              <a:rPr lang="en-US" sz="1200" dirty="0" err="1"/>
              <a:t>Góc</a:t>
            </a:r>
            <a:r>
              <a:rPr lang="vi-VN" sz="1200" dirty="0"/>
              <a:t> lệch (error) được đưa vào </a:t>
            </a:r>
            <a:r>
              <a:rPr lang="vi-VN" sz="1200" b="1" dirty="0"/>
              <a:t>bộ điều khiển PID</a:t>
            </a:r>
            <a:r>
              <a:rPr lang="vi-VN" sz="1200" dirty="0"/>
              <a:t>.</a:t>
            </a:r>
            <a:endParaRPr lang="en-US" sz="1200" dirty="0"/>
          </a:p>
          <a:p>
            <a:pPr algn="just">
              <a:buFont typeface="+mj-lt"/>
              <a:buAutoNum type="arabicPeriod"/>
            </a:pPr>
            <a:r>
              <a:rPr lang="en-US" sz="1200" dirty="0"/>
              <a:t>- </a:t>
            </a:r>
            <a:r>
              <a:rPr lang="vi-VN" sz="1200" dirty="0"/>
              <a:t>PID tính toán ra </a:t>
            </a:r>
            <a:r>
              <a:rPr lang="vi-VN" sz="1200" b="1" dirty="0"/>
              <a:t>tín hiệu điều khiển</a:t>
            </a:r>
            <a:r>
              <a:rPr lang="vi-VN" sz="1200" dirty="0"/>
              <a:t> cho động cơ, sao cho robot nghiêng sang đâu thì động cơ quay để kéo robot ngược lại, giữ cân bằng.</a:t>
            </a:r>
          </a:p>
          <a:p>
            <a:pPr algn="just">
              <a:buFont typeface="+mj-lt"/>
              <a:buAutoNum type="arabicPeriod"/>
            </a:pPr>
            <a:r>
              <a:rPr lang="en-US" sz="1200" b="1" dirty="0"/>
              <a:t>3. </a:t>
            </a:r>
            <a:r>
              <a:rPr lang="vi-VN" sz="1200" b="1" dirty="0"/>
              <a:t>Driver động cơ (TB6612FNG)</a:t>
            </a:r>
            <a:r>
              <a:rPr lang="en-US" sz="1200" b="1" dirty="0"/>
              <a:t>:</a:t>
            </a:r>
          </a:p>
          <a:p>
            <a:pPr algn="just">
              <a:buFont typeface="+mj-lt"/>
              <a:buAutoNum type="arabicPeriod"/>
            </a:pPr>
            <a:r>
              <a:rPr lang="en-US" sz="1200" b="1" dirty="0"/>
              <a:t>- </a:t>
            </a:r>
            <a:r>
              <a:rPr lang="vi-VN" sz="1200" dirty="0"/>
              <a:t>Nhận lệnh PWM từ STM32.</a:t>
            </a:r>
            <a:endParaRPr lang="en-US" sz="1200" dirty="0"/>
          </a:p>
          <a:p>
            <a:pPr algn="just">
              <a:buFont typeface="+mj-lt"/>
              <a:buAutoNum type="arabicPeriod"/>
            </a:pPr>
            <a:r>
              <a:rPr lang="en-US" sz="1200" dirty="0"/>
              <a:t>- </a:t>
            </a:r>
            <a:r>
              <a:rPr lang="vi-VN" sz="1200" dirty="0"/>
              <a:t>Điều khiển chiều quay và tốc độ động cơ DC có encoder.</a:t>
            </a:r>
            <a:endParaRPr lang="en-US" sz="1200" dirty="0"/>
          </a:p>
          <a:p>
            <a:pPr algn="just"/>
            <a:r>
              <a:rPr lang="en-US" sz="1200" b="1" dirty="0"/>
              <a:t>   4. </a:t>
            </a:r>
            <a:r>
              <a:rPr lang="vi-VN" sz="1200" b="1" dirty="0"/>
              <a:t>Động cơ + bánh xe</a:t>
            </a:r>
            <a:r>
              <a:rPr lang="en-US" sz="1200" b="1" dirty="0"/>
              <a:t>: </a:t>
            </a:r>
            <a:r>
              <a:rPr lang="vi-VN" sz="1200" dirty="0"/>
              <a:t>Quay tiến hoặc lùi để chống lại sự nghiêng.</a:t>
            </a:r>
          </a:p>
          <a:p>
            <a:pPr algn="just">
              <a:buFont typeface="+mj-lt"/>
              <a:buAutoNum type="arabicPeriod"/>
            </a:pPr>
            <a:r>
              <a:rPr lang="en-US" sz="1200" b="1" dirty="0"/>
              <a:t>5. </a:t>
            </a:r>
            <a:r>
              <a:rPr lang="vi-VN" sz="1200" b="1" dirty="0"/>
              <a:t>Encoder</a:t>
            </a:r>
            <a:endParaRPr lang="en-US" sz="1200" b="1" dirty="0"/>
          </a:p>
          <a:p>
            <a:pPr algn="just">
              <a:buFont typeface="+mj-lt"/>
              <a:buAutoNum type="arabicPeriod"/>
            </a:pPr>
            <a:r>
              <a:rPr lang="en-US" sz="1200" b="1" dirty="0"/>
              <a:t>- </a:t>
            </a:r>
            <a:r>
              <a:rPr lang="vi-VN" sz="1200" dirty="0"/>
              <a:t>Đo tốc độ quay của bánh xe.</a:t>
            </a:r>
            <a:endParaRPr lang="en-US" sz="1200" dirty="0"/>
          </a:p>
          <a:p>
            <a:pPr algn="just">
              <a:buFont typeface="+mj-lt"/>
              <a:buAutoNum type="arabicPeriod"/>
            </a:pPr>
            <a:r>
              <a:rPr lang="en-US" sz="1200" dirty="0"/>
              <a:t>- </a:t>
            </a:r>
            <a:r>
              <a:rPr lang="vi-VN" sz="1200" dirty="0"/>
              <a:t>Giúp bổ sung thông tin phản hồi (feedback) cho việc điều khiển mượt mà và chính xác.</a:t>
            </a:r>
          </a:p>
          <a:p>
            <a:pPr algn="ctr"/>
            <a:endParaRPr lang="en-US" dirty="0">
              <a:noFill/>
            </a:endParaRPr>
          </a:p>
        </p:txBody>
      </p:sp>
      <p:sp>
        <p:nvSpPr>
          <p:cNvPr id="5" name="TextBox 4">
            <a:extLst>
              <a:ext uri="{FF2B5EF4-FFF2-40B4-BE49-F238E27FC236}">
                <a16:creationId xmlns:a16="http://schemas.microsoft.com/office/drawing/2014/main" id="{AAED9F8F-A4DC-4D20-91B3-C554ACCF52CA}"/>
              </a:ext>
            </a:extLst>
          </p:cNvPr>
          <p:cNvSpPr txBox="1"/>
          <p:nvPr/>
        </p:nvSpPr>
        <p:spPr>
          <a:xfrm>
            <a:off x="11674136" y="6418555"/>
            <a:ext cx="383438" cy="307777"/>
          </a:xfrm>
          <a:prstGeom prst="rect">
            <a:avLst/>
          </a:prstGeom>
          <a:noFill/>
        </p:spPr>
        <p:txBody>
          <a:bodyPr wrap="none" rtlCol="0">
            <a:spAutoFit/>
          </a:bodyPr>
          <a:lstStyle/>
          <a:p>
            <a:r>
              <a:rPr lang="vi-VN" dirty="0"/>
              <a:t>1</a:t>
            </a:r>
            <a:r>
              <a:rPr lang="en-US" dirty="0"/>
              <a:t>2</a:t>
            </a:r>
          </a:p>
        </p:txBody>
      </p:sp>
    </p:spTree>
    <p:extLst>
      <p:ext uri="{BB962C8B-B14F-4D97-AF65-F5344CB8AC3E}">
        <p14:creationId xmlns:p14="http://schemas.microsoft.com/office/powerpoint/2010/main" val="2888664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8A5A0-29AD-49AD-BFA0-6EE82D0CCF6F}"/>
              </a:ext>
            </a:extLst>
          </p:cNvPr>
          <p:cNvSpPr>
            <a:spLocks noGrp="1"/>
          </p:cNvSpPr>
          <p:nvPr>
            <p:ph type="title"/>
          </p:nvPr>
        </p:nvSpPr>
        <p:spPr/>
        <p:txBody>
          <a:bodyPr>
            <a:normAutofit fontScale="90000"/>
          </a:bodyPr>
          <a:lstStyle/>
          <a:p>
            <a:r>
              <a:rPr lang="en-US" dirty="0"/>
              <a:t>Timeline(</a:t>
            </a:r>
            <a:r>
              <a:rPr lang="en-US" dirty="0" err="1"/>
              <a:t>dự</a:t>
            </a:r>
            <a:r>
              <a:rPr lang="en-US" dirty="0"/>
              <a:t> </a:t>
            </a:r>
            <a:r>
              <a:rPr lang="en-US" dirty="0" err="1"/>
              <a:t>kiến</a:t>
            </a:r>
            <a:r>
              <a:rPr lang="en-US" dirty="0"/>
              <a:t>)</a:t>
            </a:r>
          </a:p>
        </p:txBody>
      </p:sp>
      <p:sp>
        <p:nvSpPr>
          <p:cNvPr id="4" name="Slide Number Placeholder 3">
            <a:extLst>
              <a:ext uri="{FF2B5EF4-FFF2-40B4-BE49-F238E27FC236}">
                <a16:creationId xmlns:a16="http://schemas.microsoft.com/office/drawing/2014/main" id="{71D0DF4E-1F88-418B-8562-1679F9B343B2}"/>
              </a:ext>
            </a:extLst>
          </p:cNvPr>
          <p:cNvSpPr>
            <a:spLocks noGrp="1"/>
          </p:cNvSpPr>
          <p:nvPr>
            <p:ph type="sldNum" idx="12"/>
          </p:nvPr>
        </p:nvSpPr>
        <p:spPr/>
        <p:txBody>
          <a:bodyPr/>
          <a:lstStyle/>
          <a:p>
            <a:pPr marL="0" lvl="0" indent="0" algn="r" rtl="0">
              <a:spcBef>
                <a:spcPts val="0"/>
              </a:spcBef>
              <a:spcAft>
                <a:spcPts val="0"/>
              </a:spcAft>
              <a:buNone/>
            </a:pPr>
            <a:r>
              <a:rPr lang="en" dirty="0"/>
              <a:t>13</a:t>
            </a:r>
          </a:p>
        </p:txBody>
      </p:sp>
      <p:pic>
        <p:nvPicPr>
          <p:cNvPr id="6" name="Picture 5">
            <a:extLst>
              <a:ext uri="{FF2B5EF4-FFF2-40B4-BE49-F238E27FC236}">
                <a16:creationId xmlns:a16="http://schemas.microsoft.com/office/drawing/2014/main" id="{4E77609A-D738-4714-AA64-E602943AB309}"/>
              </a:ext>
            </a:extLst>
          </p:cNvPr>
          <p:cNvPicPr>
            <a:picLocks noChangeAspect="1"/>
          </p:cNvPicPr>
          <p:nvPr/>
        </p:nvPicPr>
        <p:blipFill>
          <a:blip r:embed="rId2"/>
          <a:stretch>
            <a:fillRect/>
          </a:stretch>
        </p:blipFill>
        <p:spPr>
          <a:xfrm>
            <a:off x="1373700" y="1923690"/>
            <a:ext cx="9444600" cy="3953347"/>
          </a:xfrm>
          <a:prstGeom prst="rect">
            <a:avLst/>
          </a:prstGeom>
        </p:spPr>
      </p:pic>
    </p:spTree>
    <p:extLst>
      <p:ext uri="{BB962C8B-B14F-4D97-AF65-F5344CB8AC3E}">
        <p14:creationId xmlns:p14="http://schemas.microsoft.com/office/powerpoint/2010/main" val="3116072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19" name="Title 18">
            <a:extLst>
              <a:ext uri="{FF2B5EF4-FFF2-40B4-BE49-F238E27FC236}">
                <a16:creationId xmlns:a16="http://schemas.microsoft.com/office/drawing/2014/main" id="{B7C6835C-074B-E65F-D118-8FB5D1A1C974}"/>
              </a:ext>
            </a:extLst>
          </p:cNvPr>
          <p:cNvSpPr>
            <a:spLocks noGrp="1"/>
          </p:cNvSpPr>
          <p:nvPr>
            <p:ph type="title"/>
          </p:nvPr>
        </p:nvSpPr>
        <p:spPr/>
        <p:txBody>
          <a:bodyPr>
            <a:normAutofit fontScale="90000"/>
          </a:bodyPr>
          <a:lstStyle/>
          <a:p>
            <a:r>
              <a:rPr lang="vi-VN" dirty="0"/>
              <a:t>Một số tài liệu tham khảo</a:t>
            </a:r>
            <a:endParaRPr lang="en-US" dirty="0"/>
          </a:p>
        </p:txBody>
      </p:sp>
      <p:sp>
        <p:nvSpPr>
          <p:cNvPr id="20" name="Text Placeholder 19">
            <a:extLst>
              <a:ext uri="{FF2B5EF4-FFF2-40B4-BE49-F238E27FC236}">
                <a16:creationId xmlns:a16="http://schemas.microsoft.com/office/drawing/2014/main" id="{4D3FAADE-B987-CE9B-C355-B504F36145AA}"/>
              </a:ext>
            </a:extLst>
          </p:cNvPr>
          <p:cNvSpPr>
            <a:spLocks noGrp="1"/>
          </p:cNvSpPr>
          <p:nvPr>
            <p:ph type="body" idx="1"/>
          </p:nvPr>
        </p:nvSpPr>
        <p:spPr>
          <a:xfrm>
            <a:off x="1504604" y="2028305"/>
            <a:ext cx="9210501" cy="3532910"/>
          </a:xfrm>
        </p:spPr>
        <p:txBody>
          <a:bodyPr>
            <a:normAutofit lnSpcReduction="10000"/>
          </a:bodyPr>
          <a:lstStyle/>
          <a:p>
            <a:pPr marL="469900" indent="-342900">
              <a:lnSpc>
                <a:spcPct val="200000"/>
              </a:lnSpc>
              <a:buAutoNum type="arabicPeriod"/>
            </a:pPr>
            <a:r>
              <a:rPr lang="en-US" sz="1800" b="1" dirty="0">
                <a:latin typeface="+mn-lt"/>
              </a:rPr>
              <a:t>Feedback Control of Dynamic Systems</a:t>
            </a:r>
            <a:r>
              <a:rPr lang="en-US" sz="1800" dirty="0">
                <a:latin typeface="+mn-lt"/>
              </a:rPr>
              <a:t> — Franklin, Powell, Emami-Naeini</a:t>
            </a:r>
            <a:endParaRPr lang="vi-VN" sz="1800" dirty="0">
              <a:latin typeface="+mn-lt"/>
            </a:endParaRPr>
          </a:p>
          <a:p>
            <a:pPr marL="469900" indent="-342900">
              <a:lnSpc>
                <a:spcPct val="200000"/>
              </a:lnSpc>
              <a:buAutoNum type="arabicPeriod"/>
            </a:pPr>
            <a:r>
              <a:rPr lang="nl-NL" sz="1800" b="1" dirty="0">
                <a:latin typeface="+mn-lt"/>
              </a:rPr>
              <a:t>Modern Control Engineering</a:t>
            </a:r>
            <a:r>
              <a:rPr lang="nl-NL" sz="1800" dirty="0">
                <a:latin typeface="+mn-lt"/>
              </a:rPr>
              <a:t> — Katsuhiko Ogata</a:t>
            </a:r>
            <a:endParaRPr lang="vi-VN" sz="1800" dirty="0">
              <a:latin typeface="+mn-lt"/>
            </a:endParaRPr>
          </a:p>
          <a:p>
            <a:pPr marL="469900" indent="-342900">
              <a:lnSpc>
                <a:spcPct val="200000"/>
              </a:lnSpc>
              <a:buAutoNum type="arabicPeriod"/>
            </a:pPr>
            <a:r>
              <a:rPr lang="en-US" sz="1800" b="1" dirty="0">
                <a:latin typeface="+mn-lt"/>
              </a:rPr>
              <a:t>Control Systems Engineering</a:t>
            </a:r>
            <a:r>
              <a:rPr lang="en-US" sz="1800" dirty="0">
                <a:latin typeface="+mn-lt"/>
              </a:rPr>
              <a:t> — Norman S. Nise</a:t>
            </a:r>
            <a:endParaRPr lang="vi-VN" sz="1800" dirty="0">
              <a:latin typeface="+mn-lt"/>
            </a:endParaRPr>
          </a:p>
          <a:p>
            <a:pPr marL="469900" indent="-342900">
              <a:lnSpc>
                <a:spcPct val="200000"/>
              </a:lnSpc>
              <a:buAutoNum type="arabicPeriod"/>
            </a:pPr>
            <a:r>
              <a:rPr lang="en-US" sz="1800" b="1" dirty="0">
                <a:latin typeface="+mn-lt"/>
              </a:rPr>
              <a:t>Kalman Filtering: Theory and Practice Using MATLAB</a:t>
            </a:r>
            <a:r>
              <a:rPr lang="en-US" sz="1800" dirty="0">
                <a:latin typeface="+mn-lt"/>
              </a:rPr>
              <a:t> — Mohinder S. Grewal &amp; Angus P. Andrews</a:t>
            </a:r>
            <a:endParaRPr lang="vi-VN" sz="1800" dirty="0">
              <a:latin typeface="+mn-lt"/>
            </a:endParaRPr>
          </a:p>
          <a:p>
            <a:pPr marL="469900" indent="-342900">
              <a:lnSpc>
                <a:spcPct val="200000"/>
              </a:lnSpc>
              <a:buAutoNum type="arabicPeriod"/>
            </a:pPr>
            <a:r>
              <a:rPr lang="en-US" sz="1800" b="1" dirty="0">
                <a:latin typeface="+mn-lt"/>
              </a:rPr>
              <a:t>Robotics: Modelling, Planning and Control</a:t>
            </a:r>
            <a:r>
              <a:rPr lang="en-US" sz="1800" dirty="0">
                <a:latin typeface="+mn-lt"/>
              </a:rPr>
              <a:t> — Bruno Siciliano et 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7"/>
          <p:cNvSpPr txBox="1">
            <a:spLocks noGrp="1"/>
          </p:cNvSpPr>
          <p:nvPr>
            <p:ph type="title"/>
          </p:nvPr>
        </p:nvSpPr>
        <p:spPr>
          <a:xfrm>
            <a:off x="1034675" y="396825"/>
            <a:ext cx="8490300" cy="5581500"/>
          </a:xfrm>
          <a:prstGeom prst="rect">
            <a:avLst/>
          </a:prstGeom>
        </p:spPr>
        <p:txBody>
          <a:bodyPr spcFirstLastPara="1" wrap="square" lIns="121900" tIns="121900" rIns="121900" bIns="121900" anchor="ctr" anchorCtr="0">
            <a:normAutofit/>
          </a:bodyPr>
          <a:lstStyle/>
          <a:p>
            <a:pPr marL="0" lvl="0" indent="0" algn="l" rtl="0">
              <a:spcBef>
                <a:spcPts val="0"/>
              </a:spcBef>
              <a:spcAft>
                <a:spcPts val="0"/>
              </a:spcAft>
              <a:buNone/>
            </a:pPr>
            <a:endParaRPr dirty="0"/>
          </a:p>
        </p:txBody>
      </p:sp>
      <p:sp>
        <p:nvSpPr>
          <p:cNvPr id="2" name="Slide Number Placeholder 1">
            <a:extLst>
              <a:ext uri="{FF2B5EF4-FFF2-40B4-BE49-F238E27FC236}">
                <a16:creationId xmlns:a16="http://schemas.microsoft.com/office/drawing/2014/main" id="{0A482FF6-79B5-FF07-590F-E98FE63C4D5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pic>
        <p:nvPicPr>
          <p:cNvPr id="6" name="Picture 5">
            <a:extLst>
              <a:ext uri="{FF2B5EF4-FFF2-40B4-BE49-F238E27FC236}">
                <a16:creationId xmlns:a16="http://schemas.microsoft.com/office/drawing/2014/main" id="{1442C85D-FA6C-8471-ECBE-0F2F3296F74C}"/>
              </a:ext>
            </a:extLst>
          </p:cNvPr>
          <p:cNvPicPr>
            <a:picLocks noChangeAspect="1"/>
          </p:cNvPicPr>
          <p:nvPr/>
        </p:nvPicPr>
        <p:blipFill>
          <a:blip r:embed="rId3"/>
          <a:stretch>
            <a:fillRect/>
          </a:stretch>
        </p:blipFill>
        <p:spPr>
          <a:xfrm>
            <a:off x="-163690" y="-34505"/>
            <a:ext cx="12192000" cy="6828852"/>
          </a:xfrm>
          <a:prstGeom prst="rect">
            <a:avLst/>
          </a:prstGeom>
        </p:spPr>
      </p:pic>
    </p:spTree>
  </p:cSld>
  <p:clrMapOvr>
    <a:masterClrMapping/>
  </p:clrMapOvr>
</p:sld>
</file>

<file path=ppt/theme/theme1.xml><?xml version="1.0" encoding="utf-8"?>
<a:theme xmlns:a="http://schemas.openxmlformats.org/drawingml/2006/main" name="SlidesMania Template">
  <a:themeElements>
    <a:clrScheme name="Simple Light">
      <a:dk1>
        <a:srgbClr val="000000"/>
      </a:dk1>
      <a:lt1>
        <a:srgbClr val="F3F1EC"/>
      </a:lt1>
      <a:dk2>
        <a:srgbClr val="000000"/>
      </a:dk2>
      <a:lt2>
        <a:srgbClr val="EEEEEE"/>
      </a:lt2>
      <a:accent1>
        <a:srgbClr val="1C1B1A"/>
      </a:accent1>
      <a:accent2>
        <a:srgbClr val="6C6B68"/>
      </a:accent2>
      <a:accent3>
        <a:srgbClr val="A5A4A2"/>
      </a:accent3>
      <a:accent4>
        <a:srgbClr val="CDCCCA"/>
      </a:accent4>
      <a:accent5>
        <a:srgbClr val="F5F1EC"/>
      </a:accent5>
      <a:accent6>
        <a:srgbClr val="FFFFFF"/>
      </a:accent6>
      <a:hlink>
        <a:srgbClr val="A5A4A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766</Words>
  <Application>Microsoft Office PowerPoint</Application>
  <PresentationFormat>Widescreen</PresentationFormat>
  <Paragraphs>81</Paragraphs>
  <Slides>16</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Didact Gothic</vt:lpstr>
      <vt:lpstr>Times New Roman</vt:lpstr>
      <vt:lpstr>Poppins Light</vt:lpstr>
      <vt:lpstr>Calibri</vt:lpstr>
      <vt:lpstr>Poppins</vt:lpstr>
      <vt:lpstr>SlidesMania Template</vt:lpstr>
      <vt:lpstr>ROBOT TỰ CÂN BẰNG SỬ DỤNG STM32</vt:lpstr>
      <vt:lpstr>This is our team.</vt:lpstr>
      <vt:lpstr>ROBOT TỰ CÂN BẰNG SỬ DỤNG STM32</vt:lpstr>
      <vt:lpstr>TỔNG QUAN</vt:lpstr>
      <vt:lpstr>Tổng quan</vt:lpstr>
      <vt:lpstr>SẢN PHẨM DỰ KIẾN</vt:lpstr>
      <vt:lpstr>Sản phẩm sự kiến</vt:lpstr>
      <vt:lpstr>Các chức năng dự kiến</vt:lpstr>
      <vt:lpstr>CÁC LINH KIỆN</vt:lpstr>
      <vt:lpstr>Các linh kiện</vt:lpstr>
      <vt:lpstr>GIẢI PHÁP THỰC HIỆN</vt:lpstr>
      <vt:lpstr>Giải pháp thực hiện</vt:lpstr>
      <vt:lpstr>Giải pháp thực hiện</vt:lpstr>
      <vt:lpstr>Timeline(dự kiến)</vt:lpstr>
      <vt:lpstr>Một số tài liệu tham khảo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TỰ CÂN BẰNG SỬ DỤNG STM32</dc:title>
  <dc:creator>ASUS</dc:creator>
  <cp:lastModifiedBy>ACER</cp:lastModifiedBy>
  <cp:revision>7</cp:revision>
  <dcterms:modified xsi:type="dcterms:W3CDTF">2025-09-24T01:17:32Z</dcterms:modified>
</cp:coreProperties>
</file>